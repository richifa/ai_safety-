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sldIdLst>
    <p:sldId id="273" r:id="rId2"/>
    <p:sldId id="276" r:id="rId3"/>
    <p:sldId id="277" r:id="rId4"/>
    <p:sldId id="258" r:id="rId5"/>
    <p:sldId id="259" r:id="rId6"/>
    <p:sldId id="260" r:id="rId7"/>
    <p:sldId id="261" r:id="rId8"/>
    <p:sldId id="262" r:id="rId9"/>
    <p:sldId id="263" r:id="rId10"/>
    <p:sldId id="271" r:id="rId11"/>
    <p:sldId id="264" r:id="rId12"/>
    <p:sldId id="279" r:id="rId13"/>
    <p:sldId id="275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5033" autoAdjust="0"/>
  </p:normalViewPr>
  <p:slideViewPr>
    <p:cSldViewPr snapToGrid="0">
      <p:cViewPr varScale="1">
        <p:scale>
          <a:sx n="78" d="100"/>
          <a:sy n="78" d="100"/>
        </p:scale>
        <p:origin x="8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8DE83C0-5209-414B-9759-58F4384FA58B}" type="doc">
      <dgm:prSet loTypeId="urn:microsoft.com/office/officeart/2005/8/layout/hierarchy1" loCatId="hierarchy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4AC4B94-79F9-449B-B887-A7319A0060B9}">
      <dgm:prSet/>
      <dgm:spPr/>
      <dgm:t>
        <a:bodyPr/>
        <a:lstStyle/>
        <a:p>
          <a:r>
            <a:rPr lang="en-US" b="1"/>
            <a:t>Course:</a:t>
          </a:r>
          <a:r>
            <a:rPr lang="en-US"/>
            <a:t> Social Engineering  Analysis and Prevention  DLBCSEESE02_E</a:t>
          </a:r>
        </a:p>
      </dgm:t>
    </dgm:pt>
    <dgm:pt modelId="{6D74AD41-E75E-4418-A4D3-38EE082D8612}" type="parTrans" cxnId="{54F397C1-EE6E-4565-8125-8E29EBBCA165}">
      <dgm:prSet/>
      <dgm:spPr/>
      <dgm:t>
        <a:bodyPr/>
        <a:lstStyle/>
        <a:p>
          <a:endParaRPr lang="en-US"/>
        </a:p>
      </dgm:t>
    </dgm:pt>
    <dgm:pt modelId="{ECBB253A-5654-4014-B9AC-7D14307AD6F1}" type="sibTrans" cxnId="{54F397C1-EE6E-4565-8125-8E29EBBCA165}">
      <dgm:prSet phldrT="1"/>
      <dgm:spPr/>
      <dgm:t>
        <a:bodyPr/>
        <a:lstStyle/>
        <a:p>
          <a:endParaRPr lang="en-US"/>
        </a:p>
      </dgm:t>
    </dgm:pt>
    <dgm:pt modelId="{40E4796F-9EB1-4A80-9A98-556F37F8CDA3}">
      <dgm:prSet/>
      <dgm:spPr/>
      <dgm:t>
        <a:bodyPr/>
        <a:lstStyle/>
        <a:p>
          <a:r>
            <a:rPr lang="en-US" b="1"/>
            <a:t>Student Name:</a:t>
          </a:r>
          <a:r>
            <a:rPr lang="en-US"/>
            <a:t> Umar  IbrahimRichifa</a:t>
          </a:r>
        </a:p>
      </dgm:t>
    </dgm:pt>
    <dgm:pt modelId="{3B793CBC-B069-4C16-ACE6-2E58835DE31C}" type="parTrans" cxnId="{F93ED743-97AE-4320-ABDC-71F5A9AD803B}">
      <dgm:prSet/>
      <dgm:spPr/>
      <dgm:t>
        <a:bodyPr/>
        <a:lstStyle/>
        <a:p>
          <a:endParaRPr lang="en-US"/>
        </a:p>
      </dgm:t>
    </dgm:pt>
    <dgm:pt modelId="{E78C0E86-5B90-4DA5-8F8C-2E2C16BF7FE4}" type="sibTrans" cxnId="{F93ED743-97AE-4320-ABDC-71F5A9AD803B}">
      <dgm:prSet phldrT="2"/>
      <dgm:spPr/>
      <dgm:t>
        <a:bodyPr/>
        <a:lstStyle/>
        <a:p>
          <a:endParaRPr lang="en-US"/>
        </a:p>
      </dgm:t>
    </dgm:pt>
    <dgm:pt modelId="{E6536468-1497-46D1-822E-B2618A115681}">
      <dgm:prSet/>
      <dgm:spPr/>
      <dgm:t>
        <a:bodyPr/>
        <a:lstStyle/>
        <a:p>
          <a:r>
            <a:rPr lang="en-US" b="1"/>
            <a:t>Date: 21 October 2026</a:t>
          </a:r>
          <a:endParaRPr lang="en-US"/>
        </a:p>
      </dgm:t>
    </dgm:pt>
    <dgm:pt modelId="{AB79A3FF-C90F-4DB0-91DE-A16F9E5C5546}" type="parTrans" cxnId="{09C71E62-F279-4976-AF69-890A0F34C5BA}">
      <dgm:prSet/>
      <dgm:spPr/>
      <dgm:t>
        <a:bodyPr/>
        <a:lstStyle/>
        <a:p>
          <a:endParaRPr lang="en-US"/>
        </a:p>
      </dgm:t>
    </dgm:pt>
    <dgm:pt modelId="{14FD6A50-1B76-4877-BF1D-DF0C8F2BC4B3}" type="sibTrans" cxnId="{09C71E62-F279-4976-AF69-890A0F34C5BA}">
      <dgm:prSet phldrT="3"/>
      <dgm:spPr/>
      <dgm:t>
        <a:bodyPr/>
        <a:lstStyle/>
        <a:p>
          <a:endParaRPr lang="en-US"/>
        </a:p>
      </dgm:t>
    </dgm:pt>
    <dgm:pt modelId="{1D77C585-87F0-4D3D-B5D7-B647ECD5D6C0}" type="pres">
      <dgm:prSet presAssocID="{18DE83C0-5209-414B-9759-58F4384FA58B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A147FF4B-359E-4C60-93F2-C17685D637B4}" type="pres">
      <dgm:prSet presAssocID="{84AC4B94-79F9-449B-B887-A7319A0060B9}" presName="hierRoot1" presStyleCnt="0"/>
      <dgm:spPr/>
    </dgm:pt>
    <dgm:pt modelId="{E93AB607-E5C1-4493-9998-0711E31F89EB}" type="pres">
      <dgm:prSet presAssocID="{84AC4B94-79F9-449B-B887-A7319A0060B9}" presName="composite" presStyleCnt="0"/>
      <dgm:spPr/>
    </dgm:pt>
    <dgm:pt modelId="{D2613C33-16FE-4E49-8EA0-327C7D05DF8F}" type="pres">
      <dgm:prSet presAssocID="{84AC4B94-79F9-449B-B887-A7319A0060B9}" presName="background" presStyleLbl="node0" presStyleIdx="0" presStyleCnt="3"/>
      <dgm:spPr/>
    </dgm:pt>
    <dgm:pt modelId="{45FAB7AE-6FF1-4BBE-B283-D41F23D9FAD0}" type="pres">
      <dgm:prSet presAssocID="{84AC4B94-79F9-449B-B887-A7319A0060B9}" presName="text" presStyleLbl="fgAcc0" presStyleIdx="0" presStyleCnt="3">
        <dgm:presLayoutVars>
          <dgm:chPref val="3"/>
        </dgm:presLayoutVars>
      </dgm:prSet>
      <dgm:spPr/>
    </dgm:pt>
    <dgm:pt modelId="{1D66DDC1-4773-4398-826A-1A700EFAD3B6}" type="pres">
      <dgm:prSet presAssocID="{84AC4B94-79F9-449B-B887-A7319A0060B9}" presName="hierChild2" presStyleCnt="0"/>
      <dgm:spPr/>
    </dgm:pt>
    <dgm:pt modelId="{8F803BA4-5001-40EC-ADE4-BAB3C00975EA}" type="pres">
      <dgm:prSet presAssocID="{40E4796F-9EB1-4A80-9A98-556F37F8CDA3}" presName="hierRoot1" presStyleCnt="0"/>
      <dgm:spPr/>
    </dgm:pt>
    <dgm:pt modelId="{29C83DBB-7390-4757-BE7C-79D5B866D0F0}" type="pres">
      <dgm:prSet presAssocID="{40E4796F-9EB1-4A80-9A98-556F37F8CDA3}" presName="composite" presStyleCnt="0"/>
      <dgm:spPr/>
    </dgm:pt>
    <dgm:pt modelId="{5C0B551B-81B2-4108-AE36-CE38AB087B9B}" type="pres">
      <dgm:prSet presAssocID="{40E4796F-9EB1-4A80-9A98-556F37F8CDA3}" presName="background" presStyleLbl="node0" presStyleIdx="1" presStyleCnt="3"/>
      <dgm:spPr/>
    </dgm:pt>
    <dgm:pt modelId="{3917DF74-48BB-4115-B01E-F80851AD9E87}" type="pres">
      <dgm:prSet presAssocID="{40E4796F-9EB1-4A80-9A98-556F37F8CDA3}" presName="text" presStyleLbl="fgAcc0" presStyleIdx="1" presStyleCnt="3">
        <dgm:presLayoutVars>
          <dgm:chPref val="3"/>
        </dgm:presLayoutVars>
      </dgm:prSet>
      <dgm:spPr/>
    </dgm:pt>
    <dgm:pt modelId="{2498C60E-6D50-4F73-A423-A2F2F0B8FFB5}" type="pres">
      <dgm:prSet presAssocID="{40E4796F-9EB1-4A80-9A98-556F37F8CDA3}" presName="hierChild2" presStyleCnt="0"/>
      <dgm:spPr/>
    </dgm:pt>
    <dgm:pt modelId="{36112892-7DAD-4B6E-9993-149FB03DB26D}" type="pres">
      <dgm:prSet presAssocID="{E6536468-1497-46D1-822E-B2618A115681}" presName="hierRoot1" presStyleCnt="0"/>
      <dgm:spPr/>
    </dgm:pt>
    <dgm:pt modelId="{5EE16ADC-2069-4953-AFE0-042E36693C88}" type="pres">
      <dgm:prSet presAssocID="{E6536468-1497-46D1-822E-B2618A115681}" presName="composite" presStyleCnt="0"/>
      <dgm:spPr/>
    </dgm:pt>
    <dgm:pt modelId="{830B06A2-618F-4568-859B-6BEB37B808E2}" type="pres">
      <dgm:prSet presAssocID="{E6536468-1497-46D1-822E-B2618A115681}" presName="background" presStyleLbl="node0" presStyleIdx="2" presStyleCnt="3"/>
      <dgm:spPr/>
    </dgm:pt>
    <dgm:pt modelId="{ED4C5A6C-D76C-4E38-8F5B-41B76B7FBAF6}" type="pres">
      <dgm:prSet presAssocID="{E6536468-1497-46D1-822E-B2618A115681}" presName="text" presStyleLbl="fgAcc0" presStyleIdx="2" presStyleCnt="3">
        <dgm:presLayoutVars>
          <dgm:chPref val="3"/>
        </dgm:presLayoutVars>
      </dgm:prSet>
      <dgm:spPr/>
    </dgm:pt>
    <dgm:pt modelId="{9422A511-1A22-4EE1-A5A1-554A7B6CBFE1}" type="pres">
      <dgm:prSet presAssocID="{E6536468-1497-46D1-822E-B2618A115681}" presName="hierChild2" presStyleCnt="0"/>
      <dgm:spPr/>
    </dgm:pt>
  </dgm:ptLst>
  <dgm:cxnLst>
    <dgm:cxn modelId="{09C71E62-F279-4976-AF69-890A0F34C5BA}" srcId="{18DE83C0-5209-414B-9759-58F4384FA58B}" destId="{E6536468-1497-46D1-822E-B2618A115681}" srcOrd="2" destOrd="0" parTransId="{AB79A3FF-C90F-4DB0-91DE-A16F9E5C5546}" sibTransId="{14FD6A50-1B76-4877-BF1D-DF0C8F2BC4B3}"/>
    <dgm:cxn modelId="{2D789563-C33D-41CA-92CC-75B765271D33}" type="presOf" srcId="{84AC4B94-79F9-449B-B887-A7319A0060B9}" destId="{45FAB7AE-6FF1-4BBE-B283-D41F23D9FAD0}" srcOrd="0" destOrd="0" presId="urn:microsoft.com/office/officeart/2005/8/layout/hierarchy1"/>
    <dgm:cxn modelId="{F93ED743-97AE-4320-ABDC-71F5A9AD803B}" srcId="{18DE83C0-5209-414B-9759-58F4384FA58B}" destId="{40E4796F-9EB1-4A80-9A98-556F37F8CDA3}" srcOrd="1" destOrd="0" parTransId="{3B793CBC-B069-4C16-ACE6-2E58835DE31C}" sibTransId="{E78C0E86-5B90-4DA5-8F8C-2E2C16BF7FE4}"/>
    <dgm:cxn modelId="{C83CDA55-20A4-4B73-87C9-195B1AEC787A}" type="presOf" srcId="{40E4796F-9EB1-4A80-9A98-556F37F8CDA3}" destId="{3917DF74-48BB-4115-B01E-F80851AD9E87}" srcOrd="0" destOrd="0" presId="urn:microsoft.com/office/officeart/2005/8/layout/hierarchy1"/>
    <dgm:cxn modelId="{E5BB619A-C393-4156-9CD7-5A1AB426D6D8}" type="presOf" srcId="{18DE83C0-5209-414B-9759-58F4384FA58B}" destId="{1D77C585-87F0-4D3D-B5D7-B647ECD5D6C0}" srcOrd="0" destOrd="0" presId="urn:microsoft.com/office/officeart/2005/8/layout/hierarchy1"/>
    <dgm:cxn modelId="{43B854B6-B804-4450-9FD1-17E22840BAE0}" type="presOf" srcId="{E6536468-1497-46D1-822E-B2618A115681}" destId="{ED4C5A6C-D76C-4E38-8F5B-41B76B7FBAF6}" srcOrd="0" destOrd="0" presId="urn:microsoft.com/office/officeart/2005/8/layout/hierarchy1"/>
    <dgm:cxn modelId="{54F397C1-EE6E-4565-8125-8E29EBBCA165}" srcId="{18DE83C0-5209-414B-9759-58F4384FA58B}" destId="{84AC4B94-79F9-449B-B887-A7319A0060B9}" srcOrd="0" destOrd="0" parTransId="{6D74AD41-E75E-4418-A4D3-38EE082D8612}" sibTransId="{ECBB253A-5654-4014-B9AC-7D14307AD6F1}"/>
    <dgm:cxn modelId="{D7501489-F8C1-4932-AFB8-56358B12FB3A}" type="presParOf" srcId="{1D77C585-87F0-4D3D-B5D7-B647ECD5D6C0}" destId="{A147FF4B-359E-4C60-93F2-C17685D637B4}" srcOrd="0" destOrd="0" presId="urn:microsoft.com/office/officeart/2005/8/layout/hierarchy1"/>
    <dgm:cxn modelId="{D9D5438B-A3BE-4B55-9041-F2DC3D086715}" type="presParOf" srcId="{A147FF4B-359E-4C60-93F2-C17685D637B4}" destId="{E93AB607-E5C1-4493-9998-0711E31F89EB}" srcOrd="0" destOrd="0" presId="urn:microsoft.com/office/officeart/2005/8/layout/hierarchy1"/>
    <dgm:cxn modelId="{B471680B-5B10-4CD6-9BA8-5E7E39EB0223}" type="presParOf" srcId="{E93AB607-E5C1-4493-9998-0711E31F89EB}" destId="{D2613C33-16FE-4E49-8EA0-327C7D05DF8F}" srcOrd="0" destOrd="0" presId="urn:microsoft.com/office/officeart/2005/8/layout/hierarchy1"/>
    <dgm:cxn modelId="{11C90E8B-2C40-438C-A8AF-141A46097286}" type="presParOf" srcId="{E93AB607-E5C1-4493-9998-0711E31F89EB}" destId="{45FAB7AE-6FF1-4BBE-B283-D41F23D9FAD0}" srcOrd="1" destOrd="0" presId="urn:microsoft.com/office/officeart/2005/8/layout/hierarchy1"/>
    <dgm:cxn modelId="{3C985174-CC0E-4F98-94A4-ECD6024E06AB}" type="presParOf" srcId="{A147FF4B-359E-4C60-93F2-C17685D637B4}" destId="{1D66DDC1-4773-4398-826A-1A700EFAD3B6}" srcOrd="1" destOrd="0" presId="urn:microsoft.com/office/officeart/2005/8/layout/hierarchy1"/>
    <dgm:cxn modelId="{E6D7C4FE-217D-4433-A239-AC5626D58D11}" type="presParOf" srcId="{1D77C585-87F0-4D3D-B5D7-B647ECD5D6C0}" destId="{8F803BA4-5001-40EC-ADE4-BAB3C00975EA}" srcOrd="1" destOrd="0" presId="urn:microsoft.com/office/officeart/2005/8/layout/hierarchy1"/>
    <dgm:cxn modelId="{A1C4429A-F1FC-44DE-86D4-B5C947727BED}" type="presParOf" srcId="{8F803BA4-5001-40EC-ADE4-BAB3C00975EA}" destId="{29C83DBB-7390-4757-BE7C-79D5B866D0F0}" srcOrd="0" destOrd="0" presId="urn:microsoft.com/office/officeart/2005/8/layout/hierarchy1"/>
    <dgm:cxn modelId="{D7C8EB41-DF25-4A47-A924-180EE032F49A}" type="presParOf" srcId="{29C83DBB-7390-4757-BE7C-79D5B866D0F0}" destId="{5C0B551B-81B2-4108-AE36-CE38AB087B9B}" srcOrd="0" destOrd="0" presId="urn:microsoft.com/office/officeart/2005/8/layout/hierarchy1"/>
    <dgm:cxn modelId="{AFF372CF-7A84-4570-934B-41DBF8711395}" type="presParOf" srcId="{29C83DBB-7390-4757-BE7C-79D5B866D0F0}" destId="{3917DF74-48BB-4115-B01E-F80851AD9E87}" srcOrd="1" destOrd="0" presId="urn:microsoft.com/office/officeart/2005/8/layout/hierarchy1"/>
    <dgm:cxn modelId="{70DB0379-CAC7-4016-AE0E-063076874050}" type="presParOf" srcId="{8F803BA4-5001-40EC-ADE4-BAB3C00975EA}" destId="{2498C60E-6D50-4F73-A423-A2F2F0B8FFB5}" srcOrd="1" destOrd="0" presId="urn:microsoft.com/office/officeart/2005/8/layout/hierarchy1"/>
    <dgm:cxn modelId="{9408DF8B-368F-4C00-9A17-E7BFC3F8E3C0}" type="presParOf" srcId="{1D77C585-87F0-4D3D-B5D7-B647ECD5D6C0}" destId="{36112892-7DAD-4B6E-9993-149FB03DB26D}" srcOrd="2" destOrd="0" presId="urn:microsoft.com/office/officeart/2005/8/layout/hierarchy1"/>
    <dgm:cxn modelId="{80285188-A97C-4D36-90BA-B08B8ABA81A1}" type="presParOf" srcId="{36112892-7DAD-4B6E-9993-149FB03DB26D}" destId="{5EE16ADC-2069-4953-AFE0-042E36693C88}" srcOrd="0" destOrd="0" presId="urn:microsoft.com/office/officeart/2005/8/layout/hierarchy1"/>
    <dgm:cxn modelId="{0771B1CC-07C1-40CF-8723-8663B6B9D6B5}" type="presParOf" srcId="{5EE16ADC-2069-4953-AFE0-042E36693C88}" destId="{830B06A2-618F-4568-859B-6BEB37B808E2}" srcOrd="0" destOrd="0" presId="urn:microsoft.com/office/officeart/2005/8/layout/hierarchy1"/>
    <dgm:cxn modelId="{852CCE8C-79DA-436B-BA7E-F12D012F52FC}" type="presParOf" srcId="{5EE16ADC-2069-4953-AFE0-042E36693C88}" destId="{ED4C5A6C-D76C-4E38-8F5B-41B76B7FBAF6}" srcOrd="1" destOrd="0" presId="urn:microsoft.com/office/officeart/2005/8/layout/hierarchy1"/>
    <dgm:cxn modelId="{B0998E87-A6CD-4FA1-899A-CBFBA349F715}" type="presParOf" srcId="{36112892-7DAD-4B6E-9993-149FB03DB26D}" destId="{9422A511-1A22-4EE1-A5A1-554A7B6CBFE1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449C588-506A-4462-AFE5-AB837D5FCA7A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DEDDE2C8-A2E0-425D-986A-EB4EA49B825B}">
      <dgm:prSet/>
      <dgm:spPr/>
      <dgm:t>
        <a:bodyPr/>
        <a:lstStyle/>
        <a:p>
          <a:r>
            <a:rPr lang="en-US" b="1" i="0" baseline="0">
              <a:latin typeface="Arial" panose="020B0604020202020204" pitchFamily="34" charset="0"/>
              <a:cs typeface="Arial" panose="020B0604020202020204" pitchFamily="34" charset="0"/>
            </a:rPr>
            <a:t>Case Breakdown</a:t>
          </a:r>
          <a:r>
            <a:rPr lang="en-US" b="0" i="0" baseline="0">
              <a:latin typeface="Arial" panose="020B0604020202020204" pitchFamily="34" charset="0"/>
              <a:cs typeface="Arial" panose="020B0604020202020204" pitchFamily="34" charset="0"/>
            </a:rPr>
            <a:t>: </a:t>
          </a:r>
          <a:r>
            <a:rPr lang="en-US" b="0" i="0" u="none">
              <a:latin typeface="Arial" panose="020B0604020202020204" pitchFamily="34" charset="0"/>
              <a:cs typeface="Arial" panose="020B0604020202020204" pitchFamily="34" charset="0"/>
            </a:rPr>
            <a:t>Anna's scenario &amp; authorized insider vulnerability</a:t>
          </a:r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E6C0D9C-E79D-4FDF-8808-FFC6C4146170}" type="parTrans" cxnId="{7217F01C-32F7-483D-BF14-1E03846310D3}">
      <dgm:prSet/>
      <dgm:spPr/>
      <dgm:t>
        <a:bodyPr/>
        <a:lstStyle/>
        <a:p>
          <a:endParaRPr lang="en-US"/>
        </a:p>
      </dgm:t>
    </dgm:pt>
    <dgm:pt modelId="{ED4AB314-BC31-4F4E-893D-D25C47A846FC}" type="sibTrans" cxnId="{7217F01C-32F7-483D-BF14-1E03846310D3}">
      <dgm:prSet/>
      <dgm:spPr/>
      <dgm:t>
        <a:bodyPr/>
        <a:lstStyle/>
        <a:p>
          <a:endParaRPr lang="en-US"/>
        </a:p>
      </dgm:t>
    </dgm:pt>
    <dgm:pt modelId="{B94B2ECD-2D2C-4570-8D58-5CABBEC16B59}">
      <dgm:prSet/>
      <dgm:spPr/>
      <dgm:t>
        <a:bodyPr/>
        <a:lstStyle/>
        <a:p>
          <a:r>
            <a:rPr lang="en-US" b="1" i="0" baseline="0">
              <a:latin typeface="Arial" panose="020B0604020202020204" pitchFamily="34" charset="0"/>
              <a:cs typeface="Arial" panose="020B0604020202020204" pitchFamily="34" charset="0"/>
            </a:rPr>
            <a:t>Threat Taxonomy: </a:t>
          </a:r>
          <a:r>
            <a:rPr lang="en-US" b="0" i="0" u="none">
              <a:latin typeface="Arial" panose="020B0604020202020204" pitchFamily="34" charset="0"/>
              <a:cs typeface="Arial" panose="020B0604020202020204" pitchFamily="34" charset="0"/>
            </a:rPr>
            <a:t>Cognitive traps &amp; System 1 decision exploitation</a:t>
          </a:r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A3D2795-719F-4F7A-A558-F56132487848}" type="parTrans" cxnId="{649DA892-39F5-49D5-9CAD-4EEA570CF1EF}">
      <dgm:prSet/>
      <dgm:spPr/>
      <dgm:t>
        <a:bodyPr/>
        <a:lstStyle/>
        <a:p>
          <a:endParaRPr lang="en-US"/>
        </a:p>
      </dgm:t>
    </dgm:pt>
    <dgm:pt modelId="{32F3D170-35B6-45C9-A395-087C5B067D76}" type="sibTrans" cxnId="{649DA892-39F5-49D5-9CAD-4EEA570CF1EF}">
      <dgm:prSet/>
      <dgm:spPr/>
      <dgm:t>
        <a:bodyPr/>
        <a:lstStyle/>
        <a:p>
          <a:endParaRPr lang="en-US"/>
        </a:p>
      </dgm:t>
    </dgm:pt>
    <dgm:pt modelId="{E38ED460-9112-4402-8C1C-D6E737F951CD}">
      <dgm:prSet/>
      <dgm:spPr/>
      <dgm:t>
        <a:bodyPr/>
        <a:lstStyle/>
        <a:p>
          <a:r>
            <a:rPr lang="en-US" b="1" i="0" baseline="0">
              <a:latin typeface="Arial" panose="020B0604020202020204" pitchFamily="34" charset="0"/>
              <a:cs typeface="Arial" panose="020B0604020202020204" pitchFamily="34" charset="0"/>
            </a:rPr>
            <a:t>4-Pillar Model: </a:t>
          </a:r>
          <a:r>
            <a:rPr lang="en-US" b="0" i="0" u="none">
              <a:latin typeface="Arial" panose="020B0604020202020204" pitchFamily="34" charset="0"/>
              <a:cs typeface="Arial" panose="020B0604020202020204" pitchFamily="34" charset="0"/>
            </a:rPr>
            <a:t>Governance, safeguards, training &amp; escalation</a:t>
          </a:r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7B25E37-BE73-4C80-A835-6064E51B864A}" type="parTrans" cxnId="{0BCBE8AC-549C-4B5D-B698-5CE588DAE9FE}">
      <dgm:prSet/>
      <dgm:spPr/>
      <dgm:t>
        <a:bodyPr/>
        <a:lstStyle/>
        <a:p>
          <a:endParaRPr lang="en-US"/>
        </a:p>
      </dgm:t>
    </dgm:pt>
    <dgm:pt modelId="{F84DCEC0-44D0-4FEE-882F-F2354CF3549B}" type="sibTrans" cxnId="{0BCBE8AC-549C-4B5D-B698-5CE588DAE9FE}">
      <dgm:prSet/>
      <dgm:spPr/>
      <dgm:t>
        <a:bodyPr/>
        <a:lstStyle/>
        <a:p>
          <a:endParaRPr lang="en-US"/>
        </a:p>
      </dgm:t>
    </dgm:pt>
    <dgm:pt modelId="{13536E58-FA38-459B-8288-B26429460894}">
      <dgm:prSet/>
      <dgm:spPr/>
      <dgm:t>
        <a:bodyPr/>
        <a:lstStyle/>
        <a:p>
          <a:r>
            <a:rPr lang="en-US" b="1" i="0" baseline="0">
              <a:latin typeface="Arial" panose="020B0604020202020204" pitchFamily="34" charset="0"/>
              <a:cs typeface="Arial" panose="020B0604020202020204" pitchFamily="34" charset="0"/>
            </a:rPr>
            <a:t>Implementation:</a:t>
          </a:r>
          <a:r>
            <a:rPr lang="en-US" b="0" i="0" baseline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b="0" i="0" u="none">
              <a:latin typeface="Arial" panose="020B0604020202020204" pitchFamily="34" charset="0"/>
              <a:cs typeface="Arial" panose="020B0604020202020204" pitchFamily="34" charset="0"/>
            </a:rPr>
            <a:t>Non-punitive culture &amp; technical controls</a:t>
          </a:r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BC19963-5C78-4309-8835-DCE7630ACC7C}" type="parTrans" cxnId="{290C3887-998C-4242-B613-87138E4FF795}">
      <dgm:prSet/>
      <dgm:spPr/>
      <dgm:t>
        <a:bodyPr/>
        <a:lstStyle/>
        <a:p>
          <a:endParaRPr lang="en-US"/>
        </a:p>
      </dgm:t>
    </dgm:pt>
    <dgm:pt modelId="{C284D2D0-EDE7-4A14-BA43-F9F238293F53}" type="sibTrans" cxnId="{290C3887-998C-4242-B613-87138E4FF795}">
      <dgm:prSet/>
      <dgm:spPr/>
      <dgm:t>
        <a:bodyPr/>
        <a:lstStyle/>
        <a:p>
          <a:endParaRPr lang="en-US"/>
        </a:p>
      </dgm:t>
    </dgm:pt>
    <dgm:pt modelId="{91C08110-A86C-4A59-B68F-0AF881383B14}">
      <dgm:prSet/>
      <dgm:spPr/>
      <dgm:t>
        <a:bodyPr/>
        <a:lstStyle/>
        <a:p>
          <a:r>
            <a:rPr lang="en-US" b="1" i="0" baseline="0">
              <a:latin typeface="Arial" panose="020B0604020202020204" pitchFamily="34" charset="0"/>
              <a:cs typeface="Arial" panose="020B0604020202020204" pitchFamily="34" charset="0"/>
            </a:rPr>
            <a:t>Metrics and Auditing:</a:t>
          </a:r>
          <a:r>
            <a:rPr lang="en-US" b="0" i="0" baseline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b="0" i="0" u="none">
              <a:latin typeface="Arial" panose="020B0604020202020204" pitchFamily="34" charset="0"/>
              <a:cs typeface="Arial" panose="020B0604020202020204" pitchFamily="34" charset="0"/>
            </a:rPr>
            <a:t>KPIs, vendor reviews &amp; strategic takeaways</a:t>
          </a:r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C205EFA-D52B-4A57-A49C-A9D8C6E09D18}" type="parTrans" cxnId="{BE21A18A-9D41-40B2-9192-44B3DB5BCAE0}">
      <dgm:prSet/>
      <dgm:spPr/>
      <dgm:t>
        <a:bodyPr/>
        <a:lstStyle/>
        <a:p>
          <a:endParaRPr lang="en-US"/>
        </a:p>
      </dgm:t>
    </dgm:pt>
    <dgm:pt modelId="{1F2E3707-3BE3-4493-B1C0-C788E060F690}" type="sibTrans" cxnId="{BE21A18A-9D41-40B2-9192-44B3DB5BCAE0}">
      <dgm:prSet/>
      <dgm:spPr/>
      <dgm:t>
        <a:bodyPr/>
        <a:lstStyle/>
        <a:p>
          <a:endParaRPr lang="en-US"/>
        </a:p>
      </dgm:t>
    </dgm:pt>
    <dgm:pt modelId="{0E88F8A7-0772-4B2F-964D-BB0088EDA64B}">
      <dgm:prSet/>
      <dgm:spPr/>
      <dgm:t>
        <a:bodyPr/>
        <a:lstStyle/>
        <a:p>
          <a:r>
            <a:rPr lang="en-US" b="1" i="0" baseline="0">
              <a:latin typeface="Arial" panose="020B0604020202020204" pitchFamily="34" charset="0"/>
              <a:cs typeface="Arial" panose="020B0604020202020204" pitchFamily="34" charset="0"/>
            </a:rPr>
            <a:t>Conclusion</a:t>
          </a:r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FAD493C-2E14-4180-BB07-592FAA8B2E2C}" type="parTrans" cxnId="{BE9A2118-5539-45B7-A6BB-00FC7F91426F}">
      <dgm:prSet/>
      <dgm:spPr/>
      <dgm:t>
        <a:bodyPr/>
        <a:lstStyle/>
        <a:p>
          <a:endParaRPr lang="en-US"/>
        </a:p>
      </dgm:t>
    </dgm:pt>
    <dgm:pt modelId="{3684D5D0-B31E-47B1-B715-FDFD76ECD97F}" type="sibTrans" cxnId="{BE9A2118-5539-45B7-A6BB-00FC7F91426F}">
      <dgm:prSet/>
      <dgm:spPr/>
      <dgm:t>
        <a:bodyPr/>
        <a:lstStyle/>
        <a:p>
          <a:endParaRPr lang="en-US"/>
        </a:p>
      </dgm:t>
    </dgm:pt>
    <dgm:pt modelId="{9F0E5C06-64A7-4A7A-BF5A-E21708D65D73}" type="pres">
      <dgm:prSet presAssocID="{E449C588-506A-4462-AFE5-AB837D5FCA7A}" presName="Name0" presStyleCnt="0">
        <dgm:presLayoutVars>
          <dgm:dir/>
          <dgm:resizeHandles val="exact"/>
        </dgm:presLayoutVars>
      </dgm:prSet>
      <dgm:spPr/>
    </dgm:pt>
    <dgm:pt modelId="{6F00E92A-6635-4ADC-B48F-2ED187BE0CC9}" type="pres">
      <dgm:prSet presAssocID="{DEDDE2C8-A2E0-425D-986A-EB4EA49B825B}" presName="node" presStyleLbl="node1" presStyleIdx="0" presStyleCnt="6">
        <dgm:presLayoutVars>
          <dgm:bulletEnabled val="1"/>
        </dgm:presLayoutVars>
      </dgm:prSet>
      <dgm:spPr/>
    </dgm:pt>
    <dgm:pt modelId="{CB288803-CDD9-48B6-8F88-3990580F7813}" type="pres">
      <dgm:prSet presAssocID="{ED4AB314-BC31-4F4E-893D-D25C47A846FC}" presName="sibTrans" presStyleLbl="sibTrans1D1" presStyleIdx="0" presStyleCnt="5"/>
      <dgm:spPr/>
    </dgm:pt>
    <dgm:pt modelId="{1B0B9D11-C799-4032-AFDB-02946B694BEC}" type="pres">
      <dgm:prSet presAssocID="{ED4AB314-BC31-4F4E-893D-D25C47A846FC}" presName="connectorText" presStyleLbl="sibTrans1D1" presStyleIdx="0" presStyleCnt="5"/>
      <dgm:spPr/>
    </dgm:pt>
    <dgm:pt modelId="{533DFFC3-8739-4BC7-9BC6-81D51E03633A}" type="pres">
      <dgm:prSet presAssocID="{B94B2ECD-2D2C-4570-8D58-5CABBEC16B59}" presName="node" presStyleLbl="node1" presStyleIdx="1" presStyleCnt="6">
        <dgm:presLayoutVars>
          <dgm:bulletEnabled val="1"/>
        </dgm:presLayoutVars>
      </dgm:prSet>
      <dgm:spPr/>
    </dgm:pt>
    <dgm:pt modelId="{4D7BDEE4-0184-4E45-928F-D60E7118031D}" type="pres">
      <dgm:prSet presAssocID="{32F3D170-35B6-45C9-A395-087C5B067D76}" presName="sibTrans" presStyleLbl="sibTrans1D1" presStyleIdx="1" presStyleCnt="5"/>
      <dgm:spPr/>
    </dgm:pt>
    <dgm:pt modelId="{11BCEFC6-A867-4FFE-B47B-B83A873193CB}" type="pres">
      <dgm:prSet presAssocID="{32F3D170-35B6-45C9-A395-087C5B067D76}" presName="connectorText" presStyleLbl="sibTrans1D1" presStyleIdx="1" presStyleCnt="5"/>
      <dgm:spPr/>
    </dgm:pt>
    <dgm:pt modelId="{84D6D32C-A109-4CE4-B988-F675E366731D}" type="pres">
      <dgm:prSet presAssocID="{E38ED460-9112-4402-8C1C-D6E737F951CD}" presName="node" presStyleLbl="node1" presStyleIdx="2" presStyleCnt="6">
        <dgm:presLayoutVars>
          <dgm:bulletEnabled val="1"/>
        </dgm:presLayoutVars>
      </dgm:prSet>
      <dgm:spPr/>
    </dgm:pt>
    <dgm:pt modelId="{BD6649AB-F52A-4CDF-985F-DBFDB92D2230}" type="pres">
      <dgm:prSet presAssocID="{F84DCEC0-44D0-4FEE-882F-F2354CF3549B}" presName="sibTrans" presStyleLbl="sibTrans1D1" presStyleIdx="2" presStyleCnt="5"/>
      <dgm:spPr/>
    </dgm:pt>
    <dgm:pt modelId="{21DC4AFE-94CF-4460-8582-316E41C7B79D}" type="pres">
      <dgm:prSet presAssocID="{F84DCEC0-44D0-4FEE-882F-F2354CF3549B}" presName="connectorText" presStyleLbl="sibTrans1D1" presStyleIdx="2" presStyleCnt="5"/>
      <dgm:spPr/>
    </dgm:pt>
    <dgm:pt modelId="{82231FE2-75F1-4491-B71C-DFD1D2E05171}" type="pres">
      <dgm:prSet presAssocID="{13536E58-FA38-459B-8288-B26429460894}" presName="node" presStyleLbl="node1" presStyleIdx="3" presStyleCnt="6">
        <dgm:presLayoutVars>
          <dgm:bulletEnabled val="1"/>
        </dgm:presLayoutVars>
      </dgm:prSet>
      <dgm:spPr/>
    </dgm:pt>
    <dgm:pt modelId="{9A2F2B66-8936-45CD-BEE5-286E0C0C51A2}" type="pres">
      <dgm:prSet presAssocID="{C284D2D0-EDE7-4A14-BA43-F9F238293F53}" presName="sibTrans" presStyleLbl="sibTrans1D1" presStyleIdx="3" presStyleCnt="5"/>
      <dgm:spPr/>
    </dgm:pt>
    <dgm:pt modelId="{94E76E4D-7BBC-4FD6-9C45-2E24966EF758}" type="pres">
      <dgm:prSet presAssocID="{C284D2D0-EDE7-4A14-BA43-F9F238293F53}" presName="connectorText" presStyleLbl="sibTrans1D1" presStyleIdx="3" presStyleCnt="5"/>
      <dgm:spPr/>
    </dgm:pt>
    <dgm:pt modelId="{4B997128-F5CF-4249-B676-A52575F234ED}" type="pres">
      <dgm:prSet presAssocID="{91C08110-A86C-4A59-B68F-0AF881383B14}" presName="node" presStyleLbl="node1" presStyleIdx="4" presStyleCnt="6">
        <dgm:presLayoutVars>
          <dgm:bulletEnabled val="1"/>
        </dgm:presLayoutVars>
      </dgm:prSet>
      <dgm:spPr/>
    </dgm:pt>
    <dgm:pt modelId="{0166EC78-9E35-4C0C-BE2D-28946594A880}" type="pres">
      <dgm:prSet presAssocID="{1F2E3707-3BE3-4493-B1C0-C788E060F690}" presName="sibTrans" presStyleLbl="sibTrans1D1" presStyleIdx="4" presStyleCnt="5"/>
      <dgm:spPr/>
    </dgm:pt>
    <dgm:pt modelId="{A9F96720-C2D7-4E16-BAFC-C29C112DB96B}" type="pres">
      <dgm:prSet presAssocID="{1F2E3707-3BE3-4493-B1C0-C788E060F690}" presName="connectorText" presStyleLbl="sibTrans1D1" presStyleIdx="4" presStyleCnt="5"/>
      <dgm:spPr/>
    </dgm:pt>
    <dgm:pt modelId="{20F1B80B-8006-4034-819D-663CD8215017}" type="pres">
      <dgm:prSet presAssocID="{0E88F8A7-0772-4B2F-964D-BB0088EDA64B}" presName="node" presStyleLbl="node1" presStyleIdx="5" presStyleCnt="6">
        <dgm:presLayoutVars>
          <dgm:bulletEnabled val="1"/>
        </dgm:presLayoutVars>
      </dgm:prSet>
      <dgm:spPr/>
    </dgm:pt>
  </dgm:ptLst>
  <dgm:cxnLst>
    <dgm:cxn modelId="{939EEC06-5C92-44C9-AA07-9B8A4539ABA6}" type="presOf" srcId="{1F2E3707-3BE3-4493-B1C0-C788E060F690}" destId="{A9F96720-C2D7-4E16-BAFC-C29C112DB96B}" srcOrd="1" destOrd="0" presId="urn:microsoft.com/office/officeart/2016/7/layout/RepeatingBendingProcessNew"/>
    <dgm:cxn modelId="{FA19DE08-49A8-42AF-89C5-8E60DACC059E}" type="presOf" srcId="{ED4AB314-BC31-4F4E-893D-D25C47A846FC}" destId="{1B0B9D11-C799-4032-AFDB-02946B694BEC}" srcOrd="1" destOrd="0" presId="urn:microsoft.com/office/officeart/2016/7/layout/RepeatingBendingProcessNew"/>
    <dgm:cxn modelId="{BE9A2118-5539-45B7-A6BB-00FC7F91426F}" srcId="{E449C588-506A-4462-AFE5-AB837D5FCA7A}" destId="{0E88F8A7-0772-4B2F-964D-BB0088EDA64B}" srcOrd="5" destOrd="0" parTransId="{4FAD493C-2E14-4180-BB07-592FAA8B2E2C}" sibTransId="{3684D5D0-B31E-47B1-B715-FDFD76ECD97F}"/>
    <dgm:cxn modelId="{13F3F81A-5CA1-42D4-81F0-3EE470F23F40}" type="presOf" srcId="{F84DCEC0-44D0-4FEE-882F-F2354CF3549B}" destId="{BD6649AB-F52A-4CDF-985F-DBFDB92D2230}" srcOrd="0" destOrd="0" presId="urn:microsoft.com/office/officeart/2016/7/layout/RepeatingBendingProcessNew"/>
    <dgm:cxn modelId="{7217F01C-32F7-483D-BF14-1E03846310D3}" srcId="{E449C588-506A-4462-AFE5-AB837D5FCA7A}" destId="{DEDDE2C8-A2E0-425D-986A-EB4EA49B825B}" srcOrd="0" destOrd="0" parTransId="{8E6C0D9C-E79D-4FDF-8808-FFC6C4146170}" sibTransId="{ED4AB314-BC31-4F4E-893D-D25C47A846FC}"/>
    <dgm:cxn modelId="{EE0A0C20-9611-48C9-A06D-B026C6C82450}" type="presOf" srcId="{1F2E3707-3BE3-4493-B1C0-C788E060F690}" destId="{0166EC78-9E35-4C0C-BE2D-28946594A880}" srcOrd="0" destOrd="0" presId="urn:microsoft.com/office/officeart/2016/7/layout/RepeatingBendingProcessNew"/>
    <dgm:cxn modelId="{89027825-0E7A-47DD-8301-E9CAC156797C}" type="presOf" srcId="{91C08110-A86C-4A59-B68F-0AF881383B14}" destId="{4B997128-F5CF-4249-B676-A52575F234ED}" srcOrd="0" destOrd="0" presId="urn:microsoft.com/office/officeart/2016/7/layout/RepeatingBendingProcessNew"/>
    <dgm:cxn modelId="{6A632828-B17D-42EB-97F9-E56C253F329E}" type="presOf" srcId="{0E88F8A7-0772-4B2F-964D-BB0088EDA64B}" destId="{20F1B80B-8006-4034-819D-663CD8215017}" srcOrd="0" destOrd="0" presId="urn:microsoft.com/office/officeart/2016/7/layout/RepeatingBendingProcessNew"/>
    <dgm:cxn modelId="{4720ED2F-E2EF-4D8F-B18A-A8A1F272C402}" type="presOf" srcId="{C284D2D0-EDE7-4A14-BA43-F9F238293F53}" destId="{94E76E4D-7BBC-4FD6-9C45-2E24966EF758}" srcOrd="1" destOrd="0" presId="urn:microsoft.com/office/officeart/2016/7/layout/RepeatingBendingProcessNew"/>
    <dgm:cxn modelId="{605B7F3C-516D-478D-B285-98436B3A68AC}" type="presOf" srcId="{E449C588-506A-4462-AFE5-AB837D5FCA7A}" destId="{9F0E5C06-64A7-4A7A-BF5A-E21708D65D73}" srcOrd="0" destOrd="0" presId="urn:microsoft.com/office/officeart/2016/7/layout/RepeatingBendingProcessNew"/>
    <dgm:cxn modelId="{C875A065-FA68-4942-9E67-89D83EF64138}" type="presOf" srcId="{DEDDE2C8-A2E0-425D-986A-EB4EA49B825B}" destId="{6F00E92A-6635-4ADC-B48F-2ED187BE0CC9}" srcOrd="0" destOrd="0" presId="urn:microsoft.com/office/officeart/2016/7/layout/RepeatingBendingProcessNew"/>
    <dgm:cxn modelId="{CBDECF48-627D-4CD9-A5D8-16AF259A9356}" type="presOf" srcId="{F84DCEC0-44D0-4FEE-882F-F2354CF3549B}" destId="{21DC4AFE-94CF-4460-8582-316E41C7B79D}" srcOrd="1" destOrd="0" presId="urn:microsoft.com/office/officeart/2016/7/layout/RepeatingBendingProcessNew"/>
    <dgm:cxn modelId="{C43E1F73-390A-489A-BFB8-7ECDD7BD88CD}" type="presOf" srcId="{32F3D170-35B6-45C9-A395-087C5B067D76}" destId="{4D7BDEE4-0184-4E45-928F-D60E7118031D}" srcOrd="0" destOrd="0" presId="urn:microsoft.com/office/officeart/2016/7/layout/RepeatingBendingProcessNew"/>
    <dgm:cxn modelId="{AB4AA677-CF2B-407A-8EC0-BF2FE7CF107D}" type="presOf" srcId="{C284D2D0-EDE7-4A14-BA43-F9F238293F53}" destId="{9A2F2B66-8936-45CD-BEE5-286E0C0C51A2}" srcOrd="0" destOrd="0" presId="urn:microsoft.com/office/officeart/2016/7/layout/RepeatingBendingProcessNew"/>
    <dgm:cxn modelId="{290C3887-998C-4242-B613-87138E4FF795}" srcId="{E449C588-506A-4462-AFE5-AB837D5FCA7A}" destId="{13536E58-FA38-459B-8288-B26429460894}" srcOrd="3" destOrd="0" parTransId="{DBC19963-5C78-4309-8835-DCE7630ACC7C}" sibTransId="{C284D2D0-EDE7-4A14-BA43-F9F238293F53}"/>
    <dgm:cxn modelId="{BE21A18A-9D41-40B2-9192-44B3DB5BCAE0}" srcId="{E449C588-506A-4462-AFE5-AB837D5FCA7A}" destId="{91C08110-A86C-4A59-B68F-0AF881383B14}" srcOrd="4" destOrd="0" parTransId="{AC205EFA-D52B-4A57-A49C-A9D8C6E09D18}" sibTransId="{1F2E3707-3BE3-4493-B1C0-C788E060F690}"/>
    <dgm:cxn modelId="{649DA892-39F5-49D5-9CAD-4EEA570CF1EF}" srcId="{E449C588-506A-4462-AFE5-AB837D5FCA7A}" destId="{B94B2ECD-2D2C-4570-8D58-5CABBEC16B59}" srcOrd="1" destOrd="0" parTransId="{2A3D2795-719F-4F7A-A558-F56132487848}" sibTransId="{32F3D170-35B6-45C9-A395-087C5B067D76}"/>
    <dgm:cxn modelId="{0BCBE8AC-549C-4B5D-B698-5CE588DAE9FE}" srcId="{E449C588-506A-4462-AFE5-AB837D5FCA7A}" destId="{E38ED460-9112-4402-8C1C-D6E737F951CD}" srcOrd="2" destOrd="0" parTransId="{F7B25E37-BE73-4C80-A835-6064E51B864A}" sibTransId="{F84DCEC0-44D0-4FEE-882F-F2354CF3549B}"/>
    <dgm:cxn modelId="{2CF004B5-5535-42E5-B241-7113999F7B72}" type="presOf" srcId="{32F3D170-35B6-45C9-A395-087C5B067D76}" destId="{11BCEFC6-A867-4FFE-B47B-B83A873193CB}" srcOrd="1" destOrd="0" presId="urn:microsoft.com/office/officeart/2016/7/layout/RepeatingBendingProcessNew"/>
    <dgm:cxn modelId="{BEABCCC7-7D30-4D46-94AA-4107481EA167}" type="presOf" srcId="{ED4AB314-BC31-4F4E-893D-D25C47A846FC}" destId="{CB288803-CDD9-48B6-8F88-3990580F7813}" srcOrd="0" destOrd="0" presId="urn:microsoft.com/office/officeart/2016/7/layout/RepeatingBendingProcessNew"/>
    <dgm:cxn modelId="{9073DDDF-47B2-4AB3-8670-9902302C4622}" type="presOf" srcId="{B94B2ECD-2D2C-4570-8D58-5CABBEC16B59}" destId="{533DFFC3-8739-4BC7-9BC6-81D51E03633A}" srcOrd="0" destOrd="0" presId="urn:microsoft.com/office/officeart/2016/7/layout/RepeatingBendingProcessNew"/>
    <dgm:cxn modelId="{DC9090EC-40E3-4436-A11D-DF9A8C9723D4}" type="presOf" srcId="{E38ED460-9112-4402-8C1C-D6E737F951CD}" destId="{84D6D32C-A109-4CE4-B988-F675E366731D}" srcOrd="0" destOrd="0" presId="urn:microsoft.com/office/officeart/2016/7/layout/RepeatingBendingProcessNew"/>
    <dgm:cxn modelId="{F921D4FB-620A-4B7A-A07A-7BEF9DAC019E}" type="presOf" srcId="{13536E58-FA38-459B-8288-B26429460894}" destId="{82231FE2-75F1-4491-B71C-DFD1D2E05171}" srcOrd="0" destOrd="0" presId="urn:microsoft.com/office/officeart/2016/7/layout/RepeatingBendingProcessNew"/>
    <dgm:cxn modelId="{8D9AC7C7-96E5-4F37-9D6E-848F4C923EE8}" type="presParOf" srcId="{9F0E5C06-64A7-4A7A-BF5A-E21708D65D73}" destId="{6F00E92A-6635-4ADC-B48F-2ED187BE0CC9}" srcOrd="0" destOrd="0" presId="urn:microsoft.com/office/officeart/2016/7/layout/RepeatingBendingProcessNew"/>
    <dgm:cxn modelId="{EA36F228-F7B2-43C4-A571-C6E057AC3C45}" type="presParOf" srcId="{9F0E5C06-64A7-4A7A-BF5A-E21708D65D73}" destId="{CB288803-CDD9-48B6-8F88-3990580F7813}" srcOrd="1" destOrd="0" presId="urn:microsoft.com/office/officeart/2016/7/layout/RepeatingBendingProcessNew"/>
    <dgm:cxn modelId="{D85F680B-BE61-4665-8BD1-F7107F70FB88}" type="presParOf" srcId="{CB288803-CDD9-48B6-8F88-3990580F7813}" destId="{1B0B9D11-C799-4032-AFDB-02946B694BEC}" srcOrd="0" destOrd="0" presId="urn:microsoft.com/office/officeart/2016/7/layout/RepeatingBendingProcessNew"/>
    <dgm:cxn modelId="{6EDB6BA3-9E2A-4C39-BCD7-F1E9B57D9D62}" type="presParOf" srcId="{9F0E5C06-64A7-4A7A-BF5A-E21708D65D73}" destId="{533DFFC3-8739-4BC7-9BC6-81D51E03633A}" srcOrd="2" destOrd="0" presId="urn:microsoft.com/office/officeart/2016/7/layout/RepeatingBendingProcessNew"/>
    <dgm:cxn modelId="{68E4F595-13FC-43E1-8C7D-A8E396C54462}" type="presParOf" srcId="{9F0E5C06-64A7-4A7A-BF5A-E21708D65D73}" destId="{4D7BDEE4-0184-4E45-928F-D60E7118031D}" srcOrd="3" destOrd="0" presId="urn:microsoft.com/office/officeart/2016/7/layout/RepeatingBendingProcessNew"/>
    <dgm:cxn modelId="{68CD82A8-25BE-4C1D-A7F3-9E15F852FB8A}" type="presParOf" srcId="{4D7BDEE4-0184-4E45-928F-D60E7118031D}" destId="{11BCEFC6-A867-4FFE-B47B-B83A873193CB}" srcOrd="0" destOrd="0" presId="urn:microsoft.com/office/officeart/2016/7/layout/RepeatingBendingProcessNew"/>
    <dgm:cxn modelId="{CCFFBA8E-6FD4-4DF1-827E-233FB47B91E5}" type="presParOf" srcId="{9F0E5C06-64A7-4A7A-BF5A-E21708D65D73}" destId="{84D6D32C-A109-4CE4-B988-F675E366731D}" srcOrd="4" destOrd="0" presId="urn:microsoft.com/office/officeart/2016/7/layout/RepeatingBendingProcessNew"/>
    <dgm:cxn modelId="{FF4E380E-73EF-4F10-A441-858D0A802000}" type="presParOf" srcId="{9F0E5C06-64A7-4A7A-BF5A-E21708D65D73}" destId="{BD6649AB-F52A-4CDF-985F-DBFDB92D2230}" srcOrd="5" destOrd="0" presId="urn:microsoft.com/office/officeart/2016/7/layout/RepeatingBendingProcessNew"/>
    <dgm:cxn modelId="{119E7BE0-27E4-4B47-AF08-E9B46FB24501}" type="presParOf" srcId="{BD6649AB-F52A-4CDF-985F-DBFDB92D2230}" destId="{21DC4AFE-94CF-4460-8582-316E41C7B79D}" srcOrd="0" destOrd="0" presId="urn:microsoft.com/office/officeart/2016/7/layout/RepeatingBendingProcessNew"/>
    <dgm:cxn modelId="{661AB2A3-AE46-4594-9297-60664EB5B17E}" type="presParOf" srcId="{9F0E5C06-64A7-4A7A-BF5A-E21708D65D73}" destId="{82231FE2-75F1-4491-B71C-DFD1D2E05171}" srcOrd="6" destOrd="0" presId="urn:microsoft.com/office/officeart/2016/7/layout/RepeatingBendingProcessNew"/>
    <dgm:cxn modelId="{87065F8D-EA3A-4550-83C8-168C656A9599}" type="presParOf" srcId="{9F0E5C06-64A7-4A7A-BF5A-E21708D65D73}" destId="{9A2F2B66-8936-45CD-BEE5-286E0C0C51A2}" srcOrd="7" destOrd="0" presId="urn:microsoft.com/office/officeart/2016/7/layout/RepeatingBendingProcessNew"/>
    <dgm:cxn modelId="{855D7F80-0366-4D7C-BFF9-7425E559FCC4}" type="presParOf" srcId="{9A2F2B66-8936-45CD-BEE5-286E0C0C51A2}" destId="{94E76E4D-7BBC-4FD6-9C45-2E24966EF758}" srcOrd="0" destOrd="0" presId="urn:microsoft.com/office/officeart/2016/7/layout/RepeatingBendingProcessNew"/>
    <dgm:cxn modelId="{4C832704-351C-4162-93AB-557F6FB9D03B}" type="presParOf" srcId="{9F0E5C06-64A7-4A7A-BF5A-E21708D65D73}" destId="{4B997128-F5CF-4249-B676-A52575F234ED}" srcOrd="8" destOrd="0" presId="urn:microsoft.com/office/officeart/2016/7/layout/RepeatingBendingProcessNew"/>
    <dgm:cxn modelId="{01CF2E99-900D-4963-9BD4-CC516506E7DF}" type="presParOf" srcId="{9F0E5C06-64A7-4A7A-BF5A-E21708D65D73}" destId="{0166EC78-9E35-4C0C-BE2D-28946594A880}" srcOrd="9" destOrd="0" presId="urn:microsoft.com/office/officeart/2016/7/layout/RepeatingBendingProcessNew"/>
    <dgm:cxn modelId="{A2D25D73-553B-4F5A-8FE6-9DC2EA361EF9}" type="presParOf" srcId="{0166EC78-9E35-4C0C-BE2D-28946594A880}" destId="{A9F96720-C2D7-4E16-BAFC-C29C112DB96B}" srcOrd="0" destOrd="0" presId="urn:microsoft.com/office/officeart/2016/7/layout/RepeatingBendingProcessNew"/>
    <dgm:cxn modelId="{5FFDD803-6A06-49A7-BBF2-C7D7896C5610}" type="presParOf" srcId="{9F0E5C06-64A7-4A7A-BF5A-E21708D65D73}" destId="{20F1B80B-8006-4034-819D-663CD8215017}" srcOrd="1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613C33-16FE-4E49-8EA0-327C7D05DF8F}">
      <dsp:nvSpPr>
        <dsp:cNvPr id="0" name=""/>
        <dsp:cNvSpPr/>
      </dsp:nvSpPr>
      <dsp:spPr>
        <a:xfrm>
          <a:off x="0" y="1144604"/>
          <a:ext cx="1912089" cy="121417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45FAB7AE-6FF1-4BBE-B283-D41F23D9FAD0}">
      <dsp:nvSpPr>
        <dsp:cNvPr id="0" name=""/>
        <dsp:cNvSpPr/>
      </dsp:nvSpPr>
      <dsp:spPr>
        <a:xfrm>
          <a:off x="212454" y="1346436"/>
          <a:ext cx="1912089" cy="121417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Course:</a:t>
          </a:r>
          <a:r>
            <a:rPr lang="en-US" sz="1500" kern="1200"/>
            <a:t> Social Engineering  Analysis and Prevention  DLBCSEESE02_E</a:t>
          </a:r>
        </a:p>
      </dsp:txBody>
      <dsp:txXfrm>
        <a:off x="248016" y="1381998"/>
        <a:ext cx="1840965" cy="1143052"/>
      </dsp:txXfrm>
    </dsp:sp>
    <dsp:sp modelId="{5C0B551B-81B2-4108-AE36-CE38AB087B9B}">
      <dsp:nvSpPr>
        <dsp:cNvPr id="0" name=""/>
        <dsp:cNvSpPr/>
      </dsp:nvSpPr>
      <dsp:spPr>
        <a:xfrm>
          <a:off x="2336997" y="1144604"/>
          <a:ext cx="1912089" cy="121417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3917DF74-48BB-4115-B01E-F80851AD9E87}">
      <dsp:nvSpPr>
        <dsp:cNvPr id="0" name=""/>
        <dsp:cNvSpPr/>
      </dsp:nvSpPr>
      <dsp:spPr>
        <a:xfrm>
          <a:off x="2549452" y="1346436"/>
          <a:ext cx="1912089" cy="121417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Student Name:</a:t>
          </a:r>
          <a:r>
            <a:rPr lang="en-US" sz="1500" kern="1200"/>
            <a:t> Umar  IbrahimRichifa</a:t>
          </a:r>
        </a:p>
      </dsp:txBody>
      <dsp:txXfrm>
        <a:off x="2585014" y="1381998"/>
        <a:ext cx="1840965" cy="1143052"/>
      </dsp:txXfrm>
    </dsp:sp>
    <dsp:sp modelId="{830B06A2-618F-4568-859B-6BEB37B808E2}">
      <dsp:nvSpPr>
        <dsp:cNvPr id="0" name=""/>
        <dsp:cNvSpPr/>
      </dsp:nvSpPr>
      <dsp:spPr>
        <a:xfrm>
          <a:off x="4673995" y="1144604"/>
          <a:ext cx="1912089" cy="121417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ED4C5A6C-D76C-4E38-8F5B-41B76B7FBAF6}">
      <dsp:nvSpPr>
        <dsp:cNvPr id="0" name=""/>
        <dsp:cNvSpPr/>
      </dsp:nvSpPr>
      <dsp:spPr>
        <a:xfrm>
          <a:off x="4886449" y="1346436"/>
          <a:ext cx="1912089" cy="121417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Date: 21 October 2026</a:t>
          </a:r>
          <a:endParaRPr lang="en-US" sz="1500" kern="1200"/>
        </a:p>
      </dsp:txBody>
      <dsp:txXfrm>
        <a:off x="4922011" y="1381998"/>
        <a:ext cx="1840965" cy="114305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288803-CDD9-48B6-8F88-3990580F7813}">
      <dsp:nvSpPr>
        <dsp:cNvPr id="0" name=""/>
        <dsp:cNvSpPr/>
      </dsp:nvSpPr>
      <dsp:spPr>
        <a:xfrm>
          <a:off x="3040792" y="870618"/>
          <a:ext cx="66734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67342" y="4572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357014" y="912848"/>
        <a:ext cx="34897" cy="6979"/>
      </dsp:txXfrm>
    </dsp:sp>
    <dsp:sp modelId="{6F00E92A-6635-4ADC-B48F-2ED187BE0CC9}">
      <dsp:nvSpPr>
        <dsp:cNvPr id="0" name=""/>
        <dsp:cNvSpPr/>
      </dsp:nvSpPr>
      <dsp:spPr>
        <a:xfrm>
          <a:off x="8061" y="5979"/>
          <a:ext cx="3034531" cy="182071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695" tIns="156081" rIns="148695" bIns="156081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i="0" kern="1200" baseline="0">
              <a:latin typeface="Arial" panose="020B0604020202020204" pitchFamily="34" charset="0"/>
              <a:cs typeface="Arial" panose="020B0604020202020204" pitchFamily="34" charset="0"/>
            </a:rPr>
            <a:t>Case Breakdown</a:t>
          </a:r>
          <a:r>
            <a:rPr lang="en-US" sz="2400" b="0" i="0" kern="1200" baseline="0">
              <a:latin typeface="Arial" panose="020B0604020202020204" pitchFamily="34" charset="0"/>
              <a:cs typeface="Arial" panose="020B0604020202020204" pitchFamily="34" charset="0"/>
            </a:rPr>
            <a:t>: </a:t>
          </a:r>
          <a:r>
            <a:rPr lang="en-US" sz="2400" b="0" i="0" u="none" kern="1200">
              <a:latin typeface="Arial" panose="020B0604020202020204" pitchFamily="34" charset="0"/>
              <a:cs typeface="Arial" panose="020B0604020202020204" pitchFamily="34" charset="0"/>
            </a:rPr>
            <a:t>Anna's scenario &amp; authorized insider vulnerability</a:t>
          </a:r>
          <a:endParaRPr lang="en-US" sz="2400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8061" y="5979"/>
        <a:ext cx="3034531" cy="1820718"/>
      </dsp:txXfrm>
    </dsp:sp>
    <dsp:sp modelId="{4D7BDEE4-0184-4E45-928F-D60E7118031D}">
      <dsp:nvSpPr>
        <dsp:cNvPr id="0" name=""/>
        <dsp:cNvSpPr/>
      </dsp:nvSpPr>
      <dsp:spPr>
        <a:xfrm>
          <a:off x="6773265" y="870618"/>
          <a:ext cx="66734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67342" y="4572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089488" y="912848"/>
        <a:ext cx="34897" cy="6979"/>
      </dsp:txXfrm>
    </dsp:sp>
    <dsp:sp modelId="{533DFFC3-8739-4BC7-9BC6-81D51E03633A}">
      <dsp:nvSpPr>
        <dsp:cNvPr id="0" name=""/>
        <dsp:cNvSpPr/>
      </dsp:nvSpPr>
      <dsp:spPr>
        <a:xfrm>
          <a:off x="3740534" y="5979"/>
          <a:ext cx="3034531" cy="1820718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695" tIns="156081" rIns="148695" bIns="156081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i="0" kern="1200" baseline="0">
              <a:latin typeface="Arial" panose="020B0604020202020204" pitchFamily="34" charset="0"/>
              <a:cs typeface="Arial" panose="020B0604020202020204" pitchFamily="34" charset="0"/>
            </a:rPr>
            <a:t>Threat Taxonomy: </a:t>
          </a:r>
          <a:r>
            <a:rPr lang="en-US" sz="2400" b="0" i="0" u="none" kern="1200">
              <a:latin typeface="Arial" panose="020B0604020202020204" pitchFamily="34" charset="0"/>
              <a:cs typeface="Arial" panose="020B0604020202020204" pitchFamily="34" charset="0"/>
            </a:rPr>
            <a:t>Cognitive traps &amp; System 1 decision exploitation</a:t>
          </a:r>
          <a:endParaRPr lang="en-US" sz="2400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740534" y="5979"/>
        <a:ext cx="3034531" cy="1820718"/>
      </dsp:txXfrm>
    </dsp:sp>
    <dsp:sp modelId="{BD6649AB-F52A-4CDF-985F-DBFDB92D2230}">
      <dsp:nvSpPr>
        <dsp:cNvPr id="0" name=""/>
        <dsp:cNvSpPr/>
      </dsp:nvSpPr>
      <dsp:spPr>
        <a:xfrm>
          <a:off x="1525326" y="1824897"/>
          <a:ext cx="7464946" cy="667342"/>
        </a:xfrm>
        <a:custGeom>
          <a:avLst/>
          <a:gdLst/>
          <a:ahLst/>
          <a:cxnLst/>
          <a:rect l="0" t="0" r="0" b="0"/>
          <a:pathLst>
            <a:path>
              <a:moveTo>
                <a:pt x="7464946" y="0"/>
              </a:moveTo>
              <a:lnTo>
                <a:pt x="7464946" y="350771"/>
              </a:lnTo>
              <a:lnTo>
                <a:pt x="0" y="350771"/>
              </a:lnTo>
              <a:lnTo>
                <a:pt x="0" y="667342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70362" y="2155079"/>
        <a:ext cx="374875" cy="6979"/>
      </dsp:txXfrm>
    </dsp:sp>
    <dsp:sp modelId="{84D6D32C-A109-4CE4-B988-F675E366731D}">
      <dsp:nvSpPr>
        <dsp:cNvPr id="0" name=""/>
        <dsp:cNvSpPr/>
      </dsp:nvSpPr>
      <dsp:spPr>
        <a:xfrm>
          <a:off x="7473007" y="5979"/>
          <a:ext cx="3034531" cy="1820718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695" tIns="156081" rIns="148695" bIns="156081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i="0" kern="1200" baseline="0">
              <a:latin typeface="Arial" panose="020B0604020202020204" pitchFamily="34" charset="0"/>
              <a:cs typeface="Arial" panose="020B0604020202020204" pitchFamily="34" charset="0"/>
            </a:rPr>
            <a:t>4-Pillar Model: </a:t>
          </a:r>
          <a:r>
            <a:rPr lang="en-US" sz="2400" b="0" i="0" u="none" kern="1200">
              <a:latin typeface="Arial" panose="020B0604020202020204" pitchFamily="34" charset="0"/>
              <a:cs typeface="Arial" panose="020B0604020202020204" pitchFamily="34" charset="0"/>
            </a:rPr>
            <a:t>Governance, safeguards, training &amp; escalation</a:t>
          </a:r>
          <a:endParaRPr lang="en-US" sz="2400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7473007" y="5979"/>
        <a:ext cx="3034531" cy="1820718"/>
      </dsp:txXfrm>
    </dsp:sp>
    <dsp:sp modelId="{9A2F2B66-8936-45CD-BEE5-286E0C0C51A2}">
      <dsp:nvSpPr>
        <dsp:cNvPr id="0" name=""/>
        <dsp:cNvSpPr/>
      </dsp:nvSpPr>
      <dsp:spPr>
        <a:xfrm>
          <a:off x="3040792" y="3389279"/>
          <a:ext cx="66734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67342" y="45720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357014" y="3431509"/>
        <a:ext cx="34897" cy="6979"/>
      </dsp:txXfrm>
    </dsp:sp>
    <dsp:sp modelId="{82231FE2-75F1-4491-B71C-DFD1D2E05171}">
      <dsp:nvSpPr>
        <dsp:cNvPr id="0" name=""/>
        <dsp:cNvSpPr/>
      </dsp:nvSpPr>
      <dsp:spPr>
        <a:xfrm>
          <a:off x="8061" y="2524640"/>
          <a:ext cx="3034531" cy="1820718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695" tIns="156081" rIns="148695" bIns="156081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i="0" kern="1200" baseline="0">
              <a:latin typeface="Arial" panose="020B0604020202020204" pitchFamily="34" charset="0"/>
              <a:cs typeface="Arial" panose="020B0604020202020204" pitchFamily="34" charset="0"/>
            </a:rPr>
            <a:t>Implementation:</a:t>
          </a:r>
          <a:r>
            <a:rPr lang="en-US" sz="2400" b="0" i="0" kern="1200" baseline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400" b="0" i="0" u="none" kern="1200">
              <a:latin typeface="Arial" panose="020B0604020202020204" pitchFamily="34" charset="0"/>
              <a:cs typeface="Arial" panose="020B0604020202020204" pitchFamily="34" charset="0"/>
            </a:rPr>
            <a:t>Non-punitive culture &amp; technical controls</a:t>
          </a:r>
          <a:endParaRPr lang="en-US" sz="2400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8061" y="2524640"/>
        <a:ext cx="3034531" cy="1820718"/>
      </dsp:txXfrm>
    </dsp:sp>
    <dsp:sp modelId="{0166EC78-9E35-4C0C-BE2D-28946594A880}">
      <dsp:nvSpPr>
        <dsp:cNvPr id="0" name=""/>
        <dsp:cNvSpPr/>
      </dsp:nvSpPr>
      <dsp:spPr>
        <a:xfrm>
          <a:off x="6773265" y="3389279"/>
          <a:ext cx="66734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67342" y="4572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089488" y="3431509"/>
        <a:ext cx="34897" cy="6979"/>
      </dsp:txXfrm>
    </dsp:sp>
    <dsp:sp modelId="{4B997128-F5CF-4249-B676-A52575F234ED}">
      <dsp:nvSpPr>
        <dsp:cNvPr id="0" name=""/>
        <dsp:cNvSpPr/>
      </dsp:nvSpPr>
      <dsp:spPr>
        <a:xfrm>
          <a:off x="3740534" y="2524640"/>
          <a:ext cx="3034531" cy="1820718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695" tIns="156081" rIns="148695" bIns="156081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i="0" kern="1200" baseline="0">
              <a:latin typeface="Arial" panose="020B0604020202020204" pitchFamily="34" charset="0"/>
              <a:cs typeface="Arial" panose="020B0604020202020204" pitchFamily="34" charset="0"/>
            </a:rPr>
            <a:t>Metrics and Auditing:</a:t>
          </a:r>
          <a:r>
            <a:rPr lang="en-US" sz="2400" b="0" i="0" kern="1200" baseline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400" b="0" i="0" u="none" kern="1200">
              <a:latin typeface="Arial" panose="020B0604020202020204" pitchFamily="34" charset="0"/>
              <a:cs typeface="Arial" panose="020B0604020202020204" pitchFamily="34" charset="0"/>
            </a:rPr>
            <a:t>KPIs, vendor reviews &amp; strategic takeaways</a:t>
          </a:r>
          <a:endParaRPr lang="en-US" sz="2400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740534" y="2524640"/>
        <a:ext cx="3034531" cy="1820718"/>
      </dsp:txXfrm>
    </dsp:sp>
    <dsp:sp modelId="{20F1B80B-8006-4034-819D-663CD8215017}">
      <dsp:nvSpPr>
        <dsp:cNvPr id="0" name=""/>
        <dsp:cNvSpPr/>
      </dsp:nvSpPr>
      <dsp:spPr>
        <a:xfrm>
          <a:off x="7473007" y="2524640"/>
          <a:ext cx="3034531" cy="182071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695" tIns="156081" rIns="148695" bIns="156081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i="0" kern="1200" baseline="0">
              <a:latin typeface="Arial" panose="020B0604020202020204" pitchFamily="34" charset="0"/>
              <a:cs typeface="Arial" panose="020B0604020202020204" pitchFamily="34" charset="0"/>
            </a:rPr>
            <a:t>Conclusion</a:t>
          </a:r>
          <a:endParaRPr lang="en-US" sz="2400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7473007" y="2524640"/>
        <a:ext cx="3034531" cy="182071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875293-0A03-497A-843C-93CDD524CA7E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398976-F9B9-49D9-99E6-2298D769AF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6449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3EE2351-DAE3-4F05-B2B3-8E1E6E8109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550064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3EE2351-DAE3-4F05-B2B3-8E1E6E8109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886225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3EE2351-DAE3-4F05-B2B3-8E1E6E8109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557655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B5D41E-A2CA-4981-AA5C-5DABA37DB30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759591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B5D41E-A2CA-4981-AA5C-5DABA37DB30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830165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B5D41E-A2CA-4981-AA5C-5DABA37DB30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37957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B5D41E-A2CA-4981-AA5C-5DABA37DB30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437572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B5D41E-A2CA-4981-AA5C-5DABA37DB30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333503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B5D41E-A2CA-4981-AA5C-5DABA37DB30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673635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B5D41E-A2CA-4981-AA5C-5DABA37DB30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502267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3EE2351-DAE3-4F05-B2B3-8E1E6E8109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31811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89971-48B8-E03C-A750-B80B344C5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D8A7BC-4AA1-129F-4F19-1F1A4C3222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2432DE-F77C-747B-3762-3321EEAFB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571E7-CF46-45A1-BE19-AD38010F4FC0}" type="datetime1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51492A-B2C1-B686-5EA0-D36F2A6B4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083665-DB6B-3C05-8AAD-B782048C1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E530A-25B5-468E-9CD8-E3DC75697D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5777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4455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CDB85-75FE-7725-FC33-8E88514A24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A988E1-F87A-9675-22F4-34E438F08D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85316E-A69D-44ED-8E63-D9D964E9C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77953-ED5E-476C-8D95-E7DD478AD2D8}" type="datetime1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C24D6A-C6AD-D79F-4D24-3F2F923D6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DE0B86-9D01-CE5F-7867-ABB35CDC0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E530A-25B5-468E-9CD8-E3DC75697D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9901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97799F-972B-8976-CECA-EBEBC978D0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2509E8-9934-6510-132F-C6D9EC9CD3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438553-E248-16AC-FE7F-5A6E4587C7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1AF344-C340-4FA6-9208-FB596BA90AF7}" type="datetime1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B2F4DD-F96D-1944-8D6B-00135EBC79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6AB7D9-3442-A6CD-B0D7-EB1840ED12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2E530A-25B5-468E-9CD8-E3DC75697D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77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.jpe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2.jpeg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E51BA4DF-2BD4-4EC2-B1DB-B27C8AC71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1BC11D-68A5-F6D7-6054-CABFB6C57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3733" y="548464"/>
            <a:ext cx="6798541" cy="1675623"/>
          </a:xfrm>
        </p:spPr>
        <p:txBody>
          <a:bodyPr anchor="b">
            <a:normAutofit/>
          </a:bodyPr>
          <a:lstStyle/>
          <a:p>
            <a:r>
              <a:rPr lang="en-US" sz="3700">
                <a:latin typeface="Arial" panose="020B0604020202020204" pitchFamily="34" charset="0"/>
              </a:rPr>
              <a:t>Mitigating Social Engineering Through Compliance &amp; Code of Conduct Frameworks</a:t>
            </a:r>
            <a:endParaRPr lang="en-US" sz="37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20BA922-7A65-456C-2C19-A9B735260F4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326" r="29829" b="-1"/>
          <a:stretch>
            <a:fillRect/>
          </a:stretch>
        </p:blipFill>
        <p:spPr>
          <a:xfrm>
            <a:off x="1" y="10"/>
            <a:ext cx="4196496" cy="6857990"/>
          </a:xfrm>
          <a:prstGeom prst="rect">
            <a:avLst/>
          </a:prstGeom>
          <a:effectLst/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F18D15B-B5B7-5A99-F08D-ED90789D3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3686" y="6356350"/>
            <a:ext cx="2160114" cy="365125"/>
          </a:xfrm>
        </p:spPr>
        <p:txBody>
          <a:bodyPr>
            <a:normAutofit/>
          </a:bodyPr>
          <a:lstStyle/>
          <a:p>
            <a:pPr marL="0" marR="0" lvl="0" indent="0" defTabSz="914400" rtl="0" eaLnBrk="1" fontAlgn="auto" latinLnBrk="0" hangingPunct="1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102E530A-25B5-468E-9CD8-E3DC75697DC7}" type="slidenum">
              <a:rPr kumimoji="0" lang="en-US" b="0" i="0" u="none" strike="noStrike" kern="1200" cap="none" spc="0" normalizeH="0" baseline="0" noProof="0" smtClean="0">
                <a:ln>
                  <a:noFill/>
                </a:ln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defTabSz="914400" rtl="0" eaLnBrk="1" fontAlgn="auto" latinLnBrk="0" hangingPunct="1"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CC5A363-0916-9419-F11D-254EE29D3E9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22334912"/>
              </p:ext>
            </p:extLst>
          </p:nvPr>
        </p:nvGraphicFramePr>
        <p:xfrm>
          <a:off x="4553734" y="2409830"/>
          <a:ext cx="6798539" cy="37052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9296761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9228552E-C8B1-4A80-8448-0787CE0FC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359EF66-360B-BD1F-B9DD-047863EA7DF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</a:blip>
          <a:srcRect t="4205" b="11526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97847F7-EBD4-2720-387D-AE45FF9B8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t">
            <a:normAutofit/>
          </a:bodyPr>
          <a:lstStyle/>
          <a:p>
            <a:r>
              <a:rPr lang="en-US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Outline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54A0FD6-2032-82E5-47C3-A7FC5F770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 marL="0" marR="0" lvl="0" indent="0" defTabSz="914400" rtl="0" eaLnBrk="1" fontAlgn="auto" latinLnBrk="0" hangingPunct="1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102E530A-25B5-468E-9CD8-E3DC75697DC7}" type="slidenum"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defTabSz="914400" rtl="0" eaLnBrk="1" fontAlgn="auto" latinLnBrk="0" hangingPunct="1"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B5B46B11-A9B1-2BA4-8D7C-52AFAAF8171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50704426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8782131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80E97F-D61E-5E6A-508B-7219EF4AAB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2567" y="818984"/>
            <a:ext cx="6714699" cy="317868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Introduction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76337B7-F4C8-9A5E-8B64-2B20506ED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664"/>
            <a:ext cx="44805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 lvl="0" indent="0" fontAlgn="auto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102E530A-25B5-468E-9CD8-E3DC75697DC7}" type="slidenum">
              <a:rPr kumimoji="0" lang="en-US" sz="1100" b="0" i="0" u="none" strike="noStrike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pPr marR="0" lvl="0" indent="0" fontAlgn="auto"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100" b="0" i="0" u="none" strike="noStrike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3879390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31905" y="2249685"/>
            <a:ext cx="5150494" cy="3476625"/>
          </a:xfrm>
          <a:prstGeom prst="roundRect">
            <a:avLst>
              <a:gd name="adj" fmla="val 3287"/>
            </a:avLst>
          </a:prstGeom>
          <a:solidFill>
            <a:schemeClr val="bg2"/>
          </a:solidFill>
          <a:ln w="952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00075" y="2270164"/>
            <a:ext cx="5517505" cy="1057275"/>
          </a:xfrm>
          <a:prstGeom prst="roundRect">
            <a:avLst>
              <a:gd name="adj" fmla="val 10810"/>
            </a:avLst>
          </a:prstGeom>
          <a:solidFill>
            <a:schemeClr val="bg2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09600" y="3459360"/>
            <a:ext cx="5517505" cy="1057275"/>
          </a:xfrm>
          <a:prstGeom prst="roundRect">
            <a:avLst>
              <a:gd name="adj" fmla="val 10810"/>
            </a:avLst>
          </a:prstGeom>
          <a:solidFill>
            <a:schemeClr val="bg2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09600" y="4669035"/>
            <a:ext cx="5517505" cy="1057275"/>
          </a:xfrm>
          <a:prstGeom prst="roundRect">
            <a:avLst>
              <a:gd name="adj" fmla="val 10810"/>
            </a:avLst>
          </a:prstGeom>
          <a:solidFill>
            <a:schemeClr val="bg2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708130" y="3006923"/>
            <a:ext cx="4598044" cy="1171575"/>
          </a:xfrm>
          <a:prstGeom prst="roundRect">
            <a:avLst>
              <a:gd name="adj" fmla="val 650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09600" y="3297435"/>
            <a:ext cx="551750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09600" y="2249685"/>
            <a:ext cx="551750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09600" y="2249685"/>
            <a:ext cx="38100" cy="10572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117580" y="2249685"/>
            <a:ext cx="9525" cy="10572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09600" y="4507110"/>
            <a:ext cx="551750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09600" y="3459360"/>
            <a:ext cx="551750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09600" y="3459360"/>
            <a:ext cx="38100" cy="1057275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117580" y="3459360"/>
            <a:ext cx="9525" cy="10572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09600" y="5716785"/>
            <a:ext cx="551750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09600" y="4669035"/>
            <a:ext cx="551750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09600" y="4669035"/>
            <a:ext cx="38100" cy="1057275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117580" y="4669035"/>
            <a:ext cx="9525" cy="10572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708130" y="3006923"/>
            <a:ext cx="38100" cy="1171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300" y="2551821"/>
            <a:ext cx="152400" cy="1524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300" y="3768922"/>
            <a:ext cx="104776" cy="104776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6300" y="4930973"/>
            <a:ext cx="190500" cy="1524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373626" y="484733"/>
            <a:ext cx="11818374" cy="3718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287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1" i="0" u="none" strike="noStrike" kern="1200" cap="none" spc="0" normalizeH="0" baseline="0" noProof="0" dirty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The "Anna" Case Study Breakdown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08130" y="4368998"/>
            <a:ext cx="4693294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Key Takeaway: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Traditional firewalls and DLP are blind to authorized internal users. Policy compliance was the sole detection mechanism that intercepted the attack.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6300" y="2744985"/>
            <a:ext cx="510793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External sender requests trade secret product details from Anna (Marketing Department).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6300" y="3954660"/>
            <a:ext cx="510793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Anna remembers Code of Conduct guidelines, refuses request, and escalates to management.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6300" y="5164335"/>
            <a:ext cx="510793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Investigation exposes an internal colleague facilitating data gathering via legitimate rights</a:t>
            </a:r>
            <a:r>
              <a:rPr kumimoji="0" sz="1050" b="0" i="0" u="none" strike="noStrike" kern="1200" cap="none" spc="0" normalizeH="0" baseline="0" noProof="0" dirty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36730" y="3197423"/>
            <a:ext cx="4274194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68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Technical controls provide necessary boundaries, but human policy compliance decides security outcomes.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6730" y="3702248"/>
            <a:ext cx="4274194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(Adapted from </a:t>
            </a:r>
            <a:r>
              <a:rPr kumimoji="0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Kotkova</a:t>
            </a: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&amp; Hromada, 2021 &amp; Enterprise Governance Frameworks)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4900" y="2511057"/>
            <a:ext cx="2938368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1. Solicitous Phishing Attempt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4900" y="3697485"/>
            <a:ext cx="2762679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2. Policy Recall &amp; Escalation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3000" y="4907160"/>
            <a:ext cx="3475760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3. Malicious Accomplice Uncovered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30331" y="3082869"/>
            <a:ext cx="3505200" cy="2027962"/>
          </a:xfrm>
          <a:prstGeom prst="roundRect">
            <a:avLst>
              <a:gd name="adj" fmla="val 7017"/>
            </a:avLst>
          </a:prstGeom>
          <a:solidFill>
            <a:schemeClr val="bg2"/>
          </a:solidFill>
          <a:ln w="952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4343399" y="3173610"/>
            <a:ext cx="3554029" cy="2008912"/>
          </a:xfrm>
          <a:prstGeom prst="roundRect">
            <a:avLst>
              <a:gd name="adj" fmla="val 7017"/>
            </a:avLst>
          </a:prstGeom>
          <a:solidFill>
            <a:schemeClr val="bg2"/>
          </a:solidFill>
          <a:ln w="952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8077199" y="3173610"/>
            <a:ext cx="3594609" cy="2027962"/>
          </a:xfrm>
          <a:prstGeom prst="roundRect">
            <a:avLst>
              <a:gd name="adj" fmla="val 701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82251" y="4754948"/>
            <a:ext cx="1766727" cy="215445"/>
          </a:xfrm>
          <a:prstGeom prst="roundRect">
            <a:avLst>
              <a:gd name="adj" fmla="val 26086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356625" y="4747031"/>
            <a:ext cx="2154752" cy="219075"/>
          </a:xfrm>
          <a:prstGeom prst="roundRect">
            <a:avLst>
              <a:gd name="adj" fmla="val 26086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077200" y="4792860"/>
            <a:ext cx="3505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077200" y="3173610"/>
            <a:ext cx="3505200" cy="381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077200" y="3173610"/>
            <a:ext cx="9525" cy="16287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1572875" y="3173610"/>
            <a:ext cx="9525" cy="16287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725" y="3426023"/>
            <a:ext cx="190500" cy="1905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1525" y="3426023"/>
            <a:ext cx="238125" cy="1905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15325" y="3454598"/>
            <a:ext cx="238125" cy="1905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09600" y="762000"/>
            <a:ext cx="6126677" cy="37189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287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1" i="0" u="none" strike="noStrike" kern="1200" cap="none" spc="0" normalizeH="0" baseline="0" noProof="0" dirty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Threat Taxonomy &amp; Cognitive Traps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725" y="3745110"/>
            <a:ext cx="3124200" cy="646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Fast, emotional, automatic responses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: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Attackers induce urgency and career ambition to bypass critical logic.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2252" y="4783737"/>
            <a:ext cx="1818072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DC262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COGNITIVE HIJACK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81525" y="3745110"/>
            <a:ext cx="3124200" cy="646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Slow, deliberate, rule-based reasoning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: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Clear Code of Conduct guidelines force employees to pause and evaluate.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8176" y="4783737"/>
            <a:ext cx="1885948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2563EB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POLICY BOUNDARY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15325" y="3773685"/>
            <a:ext cx="3124200" cy="646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Legitimate access rights bypass traditional perimeter firewalls without strict behavioral controls.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9740" y="4531587"/>
            <a:ext cx="31242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(Xiangyu et al., 2017; </a:t>
            </a:r>
            <a:r>
              <a:rPr kumimoji="0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Kotkova</a:t>
            </a: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&amp; Hromada, 2021)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3475" y="3411735"/>
            <a:ext cx="2133597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System 1 Exploitation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14900" y="3411735"/>
            <a:ext cx="1943224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System 2 Activation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48700" y="3440310"/>
            <a:ext cx="1999906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Insider Threat Model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58948" y="2562320"/>
            <a:ext cx="2698552" cy="2491461"/>
          </a:xfrm>
          <a:prstGeom prst="roundRect">
            <a:avLst>
              <a:gd name="adj" fmla="val 6896"/>
            </a:avLst>
          </a:prstGeom>
          <a:solidFill>
            <a:srgbClr val="F8FAFC"/>
          </a:solidFill>
          <a:ln w="952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3143462" y="2562321"/>
            <a:ext cx="2600325" cy="2576158"/>
          </a:xfrm>
          <a:prstGeom prst="roundRect">
            <a:avLst>
              <a:gd name="adj" fmla="val 6896"/>
            </a:avLst>
          </a:prstGeom>
          <a:solidFill>
            <a:schemeClr val="bg2"/>
          </a:solidFill>
          <a:ln w="952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034856" y="2562321"/>
            <a:ext cx="2600325" cy="2576159"/>
          </a:xfrm>
          <a:prstGeom prst="roundRect">
            <a:avLst>
              <a:gd name="adj" fmla="val 6896"/>
            </a:avLst>
          </a:prstGeom>
          <a:solidFill>
            <a:srgbClr val="F8FAFC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9142000" y="2562320"/>
            <a:ext cx="2600325" cy="2576159"/>
          </a:xfrm>
          <a:prstGeom prst="roundRect">
            <a:avLst>
              <a:gd name="adj" fmla="val 6896"/>
            </a:avLst>
          </a:prstGeom>
          <a:solidFill>
            <a:schemeClr val="bg2"/>
          </a:solidFill>
          <a:ln w="952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201715" y="2726114"/>
            <a:ext cx="1482520" cy="304800"/>
          </a:xfrm>
          <a:prstGeom prst="roundRect">
            <a:avLst>
              <a:gd name="adj" fmla="val 26086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69987" y="4475357"/>
            <a:ext cx="1800225" cy="331129"/>
          </a:xfrm>
          <a:prstGeom prst="roundRect">
            <a:avLst>
              <a:gd name="adj" fmla="val 24000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223904" y="2704182"/>
            <a:ext cx="1867515" cy="295275"/>
          </a:xfrm>
          <a:prstGeom prst="roundRect">
            <a:avLst>
              <a:gd name="adj" fmla="val 26086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259545" y="4470234"/>
            <a:ext cx="1485900" cy="376719"/>
          </a:xfrm>
          <a:prstGeom prst="roundRect">
            <a:avLst>
              <a:gd name="adj" fmla="val 24000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160906" y="2789432"/>
            <a:ext cx="1603580" cy="295275"/>
          </a:xfrm>
          <a:prstGeom prst="roundRect">
            <a:avLst>
              <a:gd name="adj" fmla="val 26086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304903" y="4467259"/>
            <a:ext cx="1934005" cy="384261"/>
          </a:xfrm>
          <a:prstGeom prst="roundRect">
            <a:avLst>
              <a:gd name="adj" fmla="val 24000"/>
            </a:avLst>
          </a:prstGeom>
          <a:solidFill>
            <a:srgbClr val="EFF6FF"/>
          </a:solidFill>
          <a:ln w="9525">
            <a:solidFill>
              <a:srgbClr val="93C5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9315450" y="2878514"/>
            <a:ext cx="1742768" cy="295275"/>
          </a:xfrm>
          <a:prstGeom prst="roundRect">
            <a:avLst>
              <a:gd name="adj" fmla="val 26086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9315450" y="4544386"/>
            <a:ext cx="2040808" cy="376553"/>
          </a:xfrm>
          <a:prstGeom prst="roundRect">
            <a:avLst>
              <a:gd name="adj" fmla="val 24000"/>
            </a:avLst>
          </a:prstGeom>
          <a:solidFill>
            <a:srgbClr val="EFF6FF"/>
          </a:solidFill>
          <a:ln w="9525">
            <a:solidFill>
              <a:srgbClr val="93C5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09600" y="762000"/>
            <a:ext cx="5948744" cy="37189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287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1" i="0" u="none" strike="noStrike" kern="1200" cap="none" spc="0" normalizeH="0" baseline="0" noProof="0" dirty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Four-Pillar Compliance Framework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2116" y="2733608"/>
            <a:ext cx="1146869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2563EB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PILLAR 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2116" y="3284517"/>
            <a:ext cx="1033937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Governance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2116" y="3617076"/>
            <a:ext cx="2219325" cy="646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Data classification &amp; explicit Acceptable Use Policies (AUP).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6990" y="4550872"/>
            <a:ext cx="160189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Code of Conduct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639" y="2720613"/>
            <a:ext cx="1145344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2563EB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PILLAR 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639" y="3182004"/>
            <a:ext cx="974626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Safeguards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8896" y="3554184"/>
            <a:ext cx="2219325" cy="646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NIST CSF 2.0 Protect: Least privilege, RBAC, and FIDO2 MFA.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73845" y="4550872"/>
            <a:ext cx="146685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NIST CSF 2.0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21159" y="2789432"/>
            <a:ext cx="1235928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2563EB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PILLAR 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97929" y="3213556"/>
            <a:ext cx="695447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Training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97929" y="3600580"/>
            <a:ext cx="2219325" cy="646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Adaptive phishing simulations &amp; role-based micro-learning.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80327" y="4550872"/>
            <a:ext cx="169184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2563EB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KnowBe4 / </a:t>
            </a:r>
            <a:r>
              <a:rPr kumimoji="0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2563EB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GoPhish</a:t>
            </a:r>
            <a:endParaRPr kumimoji="0" sz="1400" b="1" i="0" u="none" strike="noStrike" kern="1200" cap="none" spc="0" normalizeH="0" baseline="0" noProof="0" dirty="0">
              <a:ln>
                <a:noFill/>
              </a:ln>
              <a:solidFill>
                <a:srgbClr val="2563EB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9315450" y="2851819"/>
            <a:ext cx="1166749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2563EB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PILLAR 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15450" y="3278564"/>
            <a:ext cx="888898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Escalation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15450" y="3676367"/>
            <a:ext cx="2219325" cy="646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Rapid incident reporting with guaranteed psychological safety.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05477" y="4591042"/>
            <a:ext cx="2080137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2563EB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Outlook 1-Click Phish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898372" y="2968789"/>
            <a:ext cx="5600700" cy="2537193"/>
          </a:xfrm>
          <a:prstGeom prst="roundRect">
            <a:avLst>
              <a:gd name="adj" fmla="val 5309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563880" y="2527130"/>
            <a:ext cx="5067300" cy="1556117"/>
          </a:xfrm>
          <a:prstGeom prst="roundRect">
            <a:avLst>
              <a:gd name="adj" fmla="val 11009"/>
            </a:avLst>
          </a:prstGeom>
          <a:solidFill>
            <a:schemeClr val="tx2">
              <a:lumMod val="25000"/>
              <a:lumOff val="75000"/>
            </a:schemeClr>
          </a:solidFill>
          <a:ln w="952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86739" y="4111822"/>
            <a:ext cx="5067300" cy="1524519"/>
          </a:xfrm>
          <a:prstGeom prst="roundRect">
            <a:avLst>
              <a:gd name="adj" fmla="val 12371"/>
            </a:avLst>
          </a:prstGeom>
          <a:solidFill>
            <a:schemeClr val="bg2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099349" y="4764254"/>
            <a:ext cx="5198745" cy="419100"/>
          </a:xfrm>
          <a:prstGeom prst="roundRect">
            <a:avLst>
              <a:gd name="adj" fmla="val 18181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09600" y="5016698"/>
            <a:ext cx="5067300" cy="61012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09600" y="4102298"/>
            <a:ext cx="50673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 flipH="1">
            <a:off x="563880" y="4102298"/>
            <a:ext cx="45719" cy="15245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667375" y="4102298"/>
            <a:ext cx="9525" cy="9239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179821" y="4716017"/>
            <a:ext cx="45719" cy="419101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3772145" y="4340423"/>
            <a:ext cx="1666630" cy="244133"/>
          </a:xfrm>
          <a:prstGeom prst="roundRect">
            <a:avLst>
              <a:gd name="adj" fmla="val 24000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03874" y="489073"/>
            <a:ext cx="4926605" cy="37189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287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1" i="0" u="none" strike="noStrike" kern="1200" cap="none" spc="0" normalizeH="0" baseline="0" noProof="0" dirty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Technical Controls &amp; Culture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48400" y="3178373"/>
            <a:ext cx="516255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Cultural Imperative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2928" y="2803246"/>
            <a:ext cx="2566665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Jargon-Free Policy Design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2928" y="3178373"/>
            <a:ext cx="46863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Simple, actionable phrasing over complex legalistic documentation (Steinmetz et al., 2023).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2928" y="4772678"/>
            <a:ext cx="4967779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Visual external tags reduce cognitive load during incoming email evaluations</a:t>
            </a:r>
            <a:r>
              <a:rPr kumimoji="0" sz="975" b="0" i="0" u="none" strike="noStrike" kern="1200" cap="none" spc="0" normalizeH="0" baseline="0" noProof="0" dirty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48400" y="3440560"/>
            <a:ext cx="2660921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Non-Punitive Reporting Culture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48400" y="3826073"/>
            <a:ext cx="516255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Eliminating fear of disciplinary action drastically increases reporting velocity, cutting attacker dwell time during active social engineering.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2156" y="4818767"/>
            <a:ext cx="4873129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Result: 75% faster threat escalation velocity across units</a:t>
            </a:r>
            <a:r>
              <a:rPr kumimoji="0" sz="975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2928" y="4297744"/>
            <a:ext cx="2535309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Automated Email Banners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51417" y="4369112"/>
            <a:ext cx="1570213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MS Defender 365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664542"/>
            <a:ext cx="3505200" cy="2160614"/>
          </a:xfrm>
          <a:prstGeom prst="roundRect">
            <a:avLst>
              <a:gd name="adj" fmla="val 6826"/>
            </a:avLst>
          </a:prstGeom>
          <a:solidFill>
            <a:schemeClr val="tx2">
              <a:lumMod val="25000"/>
              <a:lumOff val="75000"/>
            </a:schemeClr>
          </a:solidFill>
          <a:ln w="952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4343400" y="2664542"/>
            <a:ext cx="3505200" cy="2160614"/>
          </a:xfrm>
          <a:prstGeom prst="roundRect">
            <a:avLst>
              <a:gd name="adj" fmla="val 6826"/>
            </a:avLst>
          </a:prstGeom>
          <a:solidFill>
            <a:srgbClr val="F8FAFC"/>
          </a:solidFill>
          <a:ln w="952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8077200" y="2664542"/>
            <a:ext cx="3505200" cy="2160614"/>
          </a:xfrm>
          <a:prstGeom prst="roundRect">
            <a:avLst>
              <a:gd name="adj" fmla="val 6826"/>
            </a:avLst>
          </a:prstGeom>
          <a:solidFill>
            <a:schemeClr val="bg2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725" y="2896039"/>
            <a:ext cx="334660" cy="382469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9406" y="2897534"/>
            <a:ext cx="476219" cy="3809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V="1">
            <a:off x="8216762" y="2896038"/>
            <a:ext cx="286852" cy="38246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" y="762000"/>
            <a:ext cx="5584157" cy="37189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287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1" i="0" u="none" strike="noStrike" kern="1200" cap="none" spc="0" normalizeH="0" baseline="0" noProof="0" dirty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Auditing &amp; Vendor Due Diligence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1203870"/>
            <a:ext cx="7719614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SYNCHRONIZED OPERATIONAL VERIFICATION &amp; THIRD-PARTY GOVERNANCE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725" y="3429000"/>
            <a:ext cx="2030620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1. Penetration Audits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" y="3857964"/>
            <a:ext cx="3124200" cy="5770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47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Multi-vector social engineering tests (phishing, vishing, physical pretexting) measuring real-world compliance.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77702" y="3456381"/>
            <a:ext cx="1939505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2. Vendor Oversight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69406" y="3915879"/>
            <a:ext cx="3124200" cy="5770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47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DOL compliance guidance (Musil, 2022): mandatory questionnaires, SOC 2 Type II reviews &amp; GDPR addendums.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16762" y="3481899"/>
            <a:ext cx="2279342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3. Annual Risk Reviews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6762" y="3880353"/>
            <a:ext cx="3124200" cy="5770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47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Formal access log audits, privilege revocation verifications, and insider threat model recalibrations</a:t>
            </a:r>
            <a:r>
              <a:rPr kumimoji="0" sz="1050" b="0" i="0" u="none" strike="noStrike" kern="1200" cap="none" spc="0" normalizeH="0" baseline="0" noProof="0" dirty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487561"/>
            <a:ext cx="3505200" cy="2367212"/>
          </a:xfrm>
          <a:prstGeom prst="roundRect">
            <a:avLst>
              <a:gd name="adj" fmla="val 6593"/>
            </a:avLst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4343399" y="2485304"/>
            <a:ext cx="3505200" cy="2367212"/>
          </a:xfrm>
          <a:prstGeom prst="roundRect">
            <a:avLst>
              <a:gd name="adj" fmla="val 6593"/>
            </a:avLst>
          </a:prstGeom>
          <a:solidFill>
            <a:schemeClr val="bg2">
              <a:lumMod val="90000"/>
            </a:schemeClr>
          </a:solidFill>
          <a:ln w="952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8077200" y="2487561"/>
            <a:ext cx="3505200" cy="2367212"/>
          </a:xfrm>
          <a:prstGeom prst="roundRect">
            <a:avLst>
              <a:gd name="adj" fmla="val 6593"/>
            </a:avLst>
          </a:prstGeom>
          <a:solidFill>
            <a:schemeClr val="bg2"/>
          </a:solidFill>
          <a:ln w="952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09600" y="762000"/>
            <a:ext cx="4315284" cy="37189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287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1" i="0" u="none" strike="noStrike" kern="1200" cap="none" spc="0" normalizeH="0" baseline="0" noProof="0" dirty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Program Efficacy Metrics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1203870"/>
            <a:ext cx="6874446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MEASURING BEHAVIORAL TRANSFORMATION &amp; POLICY ADHERENCE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27222" y="2633226"/>
            <a:ext cx="1469954" cy="61555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000" b="1" i="0" u="none" strike="noStrike" kern="1200" cap="none" spc="0" normalizeH="0" baseline="0" noProof="0" dirty="0">
                <a:ln>
                  <a:noFill/>
                </a:ln>
                <a:solidFill>
                  <a:srgbClr val="2563EB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&lt; 15m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6869" y="3304027"/>
            <a:ext cx="1801648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Reporting Velocity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3887006"/>
            <a:ext cx="35052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Time elapsed between phish delivery and SOC escalation</a:t>
            </a:r>
            <a:r>
              <a:rPr kumimoji="0" sz="975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95936" y="2633225"/>
            <a:ext cx="1003480" cy="61555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000" b="1" i="0" u="none" strike="noStrike" kern="1200" cap="none" spc="0" normalizeH="0" baseline="0" noProof="0" dirty="0">
                <a:ln>
                  <a:noFill/>
                </a:ln>
                <a:solidFill>
                  <a:srgbClr val="16A34A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&lt; 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52069" y="3300850"/>
            <a:ext cx="2086982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Simulation Click 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97457" y="3880961"/>
            <a:ext cx="3376228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Target susceptibility rate across KnowBe4 campaigns</a:t>
            </a:r>
            <a:r>
              <a:rPr kumimoji="0" sz="975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8956" y="2633226"/>
            <a:ext cx="1312860" cy="61555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000" b="1" i="0" u="none" strike="noStrike" kern="1200" cap="none" spc="0" normalizeH="0" baseline="0" noProof="0" dirty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100%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57269" y="3300849"/>
            <a:ext cx="2405210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Privilege Audit Coverage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2879" y="3887006"/>
            <a:ext cx="3253842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Systematic access revocation upon role transition</a:t>
            </a:r>
            <a:r>
              <a:rPr kumimoji="0" sz="975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6DA9DF9-31F7-4056-B42E-878CC92417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2A8EE2-C120-2028-56BD-51EA69A9F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8" y="643467"/>
            <a:ext cx="4620584" cy="456713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Conclusion</a:t>
            </a:r>
          </a:p>
        </p:txBody>
      </p:sp>
      <p:pic>
        <p:nvPicPr>
          <p:cNvPr id="4" name="Picture 3" descr="Pen placed on top of a signature line">
            <a:extLst>
              <a:ext uri="{FF2B5EF4-FFF2-40B4-BE49-F238E27FC236}">
                <a16:creationId xmlns:a16="http://schemas.microsoft.com/office/drawing/2014/main" id="{1E5E9611-D6AF-1E0C-1F6D-86081401FAA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1964" r="-1" b="-1"/>
          <a:stretch>
            <a:fillRect/>
          </a:stretch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406F98C-F6E5-E78D-C274-F1284E059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102E530A-25B5-468E-9CD8-E3DC75697DC7}" type="slidenum">
              <a:rPr lang="en-US">
                <a:solidFill>
                  <a:srgbClr val="FFFFFF"/>
                </a:solidFill>
                <a:latin typeface="Calibri" panose="020F0502020204030204"/>
              </a:rPr>
              <a:pPr>
                <a:spcAft>
                  <a:spcPts val="600"/>
                </a:spcAft>
                <a:defRPr/>
              </a:pPr>
              <a:t>10</a:t>
            </a:fld>
            <a:endParaRPr lang="en-US">
              <a:solidFill>
                <a:srgbClr val="FFFFFF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5908782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90525" y="1993017"/>
            <a:ext cx="10972800" cy="1839005"/>
          </a:xfrm>
          <a:prstGeom prst="roundRect">
            <a:avLst>
              <a:gd name="adj" fmla="val 7732"/>
            </a:avLst>
          </a:prstGeom>
          <a:solidFill>
            <a:schemeClr val="tx2">
              <a:lumMod val="10000"/>
              <a:lumOff val="90000"/>
            </a:schemeClr>
          </a:solidFill>
          <a:ln w="952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390525" y="4109584"/>
            <a:ext cx="5391150" cy="1163116"/>
          </a:xfrm>
          <a:prstGeom prst="roundRect">
            <a:avLst>
              <a:gd name="adj" fmla="val 13483"/>
            </a:avLst>
          </a:prstGeom>
          <a:solidFill>
            <a:schemeClr val="bg2">
              <a:lumMod val="90000"/>
            </a:schemeClr>
          </a:solidFill>
          <a:ln w="952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191250" y="4109584"/>
            <a:ext cx="5391150" cy="1155657"/>
          </a:xfrm>
          <a:prstGeom prst="roundRect">
            <a:avLst>
              <a:gd name="adj" fmla="val 13483"/>
            </a:avLst>
          </a:prstGeom>
          <a:solidFill>
            <a:schemeClr val="bg2"/>
          </a:solidFill>
          <a:ln w="952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09600" y="762000"/>
            <a:ext cx="5812489" cy="37189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287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Conclusion and Recommendation</a:t>
            </a:r>
            <a:endParaRPr kumimoji="0" sz="2800" b="1" i="0" u="none" strike="noStrike" kern="1200" cap="none" spc="0" normalizeH="0" baseline="0" noProof="0" dirty="0">
              <a:ln>
                <a:noFill/>
              </a:ln>
              <a:solidFill>
                <a:srgbClr val="0F172A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09600" y="1203870"/>
            <a:ext cx="7162666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TRANSFORMING EMPLOYEESNTO ACTIVE CYBERSECURITY SENSORS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2218469"/>
            <a:ext cx="1492396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Core Synthesis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8882" y="2734793"/>
            <a:ext cx="10439400" cy="710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Anna's scenario demonstrates that explicit Code of Conduct rules, role-based safeguards, continuous practical training, and non-punitive reporting turn workforce members into an organization's most effective security layer against social engineering and insider threats.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8882" y="4350933"/>
            <a:ext cx="2320828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2563EB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1. Dynamic Governance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4766994"/>
            <a:ext cx="4600618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Policies must continuously adapt to evolving threat tactics</a:t>
            </a:r>
            <a:r>
              <a:rPr kumimoji="0" sz="975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7489" y="4350932"/>
            <a:ext cx="1700337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2563EB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2. Tool Alignment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7489" y="4766993"/>
            <a:ext cx="4239943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Integrate 1-click reporting directly into user workflows</a:t>
            </a:r>
            <a:r>
              <a:rPr kumimoji="0" sz="975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C3A848-3B91-5BC4-6814-FEF2C8F80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40934A-FEB8-ADEE-A817-EBFF124F8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E530A-25B5-468E-9CD8-E3DC75697DC7}" type="slidenum">
              <a:rPr lang="en-US" smtClean="0"/>
              <a:t>12</a:t>
            </a:fld>
            <a:endParaRPr lang="en-US"/>
          </a:p>
        </p:txBody>
      </p:sp>
      <p:pic>
        <p:nvPicPr>
          <p:cNvPr id="2" name="Content Placeholder 7">
            <a:extLst>
              <a:ext uri="{FF2B5EF4-FFF2-40B4-BE49-F238E27FC236}">
                <a16:creationId xmlns:a16="http://schemas.microsoft.com/office/drawing/2014/main" id="{E5E913D2-CCF2-970A-E089-2798EABC89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biLevel thresh="50000"/>
          </a:blip>
          <a:stretch>
            <a:fillRect/>
          </a:stretch>
        </p:blipFill>
        <p:spPr>
          <a:xfrm>
            <a:off x="669758" y="1007019"/>
            <a:ext cx="10972800" cy="545431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3666FFC-1FAD-ADEB-DB62-F58144302189}"/>
              </a:ext>
            </a:extLst>
          </p:cNvPr>
          <p:cNvSpPr txBox="1"/>
          <p:nvPr/>
        </p:nvSpPr>
        <p:spPr>
          <a:xfrm>
            <a:off x="914401" y="460285"/>
            <a:ext cx="264694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i="0" u="none" dirty="0">
                <a:latin typeface="Arial" panose="020B0604020202020204" pitchFamily="34" charset="0"/>
                <a:cs typeface="Arial" panose="020B0604020202020204" pitchFamily="34" charset="0"/>
              </a:rPr>
              <a:t>Bibliography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193F2D-6CDC-F37B-CD8A-CE7896728386}"/>
              </a:ext>
            </a:extLst>
          </p:cNvPr>
          <p:cNvSpPr txBox="1"/>
          <p:nvPr/>
        </p:nvSpPr>
        <p:spPr>
          <a:xfrm>
            <a:off x="669758" y="1479040"/>
            <a:ext cx="10744200" cy="425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260"/>
              </a:lnSpc>
            </a:pPr>
            <a:r>
              <a:rPr lang="en-US" sz="1400" b="0" i="0" u="none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European Parliament and Council of the European Union. (2016). Regulation (EU) 2016/679 on the protection of natural persons with regard to the processing of personal data (General Data Protection Regulation). </a:t>
            </a:r>
            <a:r>
              <a:rPr lang="en-US" sz="1400" b="0" i="1" u="none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Official Journal of the European Union</a:t>
            </a:r>
            <a:r>
              <a:rPr lang="en-US" sz="1400" b="0" i="0" u="none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L 119, 1–88.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8012F2-58F2-2154-0F3D-542AC3A88C0F}"/>
              </a:ext>
            </a:extLst>
          </p:cNvPr>
          <p:cNvSpPr txBox="1"/>
          <p:nvPr/>
        </p:nvSpPr>
        <p:spPr>
          <a:xfrm>
            <a:off x="669758" y="2201610"/>
            <a:ext cx="94327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0" u="none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Musil, J. P. (2022). Conducting a cybersecurity compliance review: A how-to guide. </a:t>
            </a:r>
            <a:r>
              <a:rPr lang="en-US" sz="1400" b="0" i="1" u="none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Benefits Magazine</a:t>
            </a:r>
            <a:r>
              <a:rPr lang="en-US" sz="1400" b="0" i="0" u="none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59(4), 20–26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075BC04-1AD2-1F8A-9A74-020E3FD260D3}"/>
              </a:ext>
            </a:extLst>
          </p:cNvPr>
          <p:cNvSpPr txBox="1"/>
          <p:nvPr/>
        </p:nvSpPr>
        <p:spPr>
          <a:xfrm>
            <a:off x="669758" y="2806199"/>
            <a:ext cx="10744199" cy="603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1400" b="0" i="0" u="none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Kotkova</a:t>
            </a:r>
            <a:r>
              <a:rPr lang="en-US" sz="1400" b="0" i="0" u="none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B., &amp; Hromada, M. (2021). The threat of social engineering and the safety of companies. In </a:t>
            </a:r>
            <a:r>
              <a:rPr lang="en-US" sz="1400" b="0" i="1" u="none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2021 25th International Conference on Circuits, Systems, Communications and Computers (CSCC)</a:t>
            </a:r>
            <a:r>
              <a:rPr lang="en-US" sz="1400" b="0" i="0" u="none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(pp. 126–133). IEEE. https://doi.org/10.1109/CSCC53888.2021.00029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F77F9A5-B0F9-825F-AAEF-1C27AFA6E204}"/>
              </a:ext>
            </a:extLst>
          </p:cNvPr>
          <p:cNvSpPr txBox="1"/>
          <p:nvPr/>
        </p:nvSpPr>
        <p:spPr>
          <a:xfrm>
            <a:off x="669758" y="3590596"/>
            <a:ext cx="10684042" cy="425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1400" b="0" i="0" u="none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National Institute of Standards and Technology. (2024). </a:t>
            </a:r>
            <a:r>
              <a:rPr lang="en-US" sz="1400" b="0" i="1" u="none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NIST Cybersecurity Framework (CSF) 2.0</a:t>
            </a:r>
            <a:r>
              <a:rPr lang="en-US" sz="1400" b="0" i="0" u="none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(NIST Special Publication CSWP 29). U.S. Department of Commerce. https://doi.org/10.6028/NIST.SP.CSWP.29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9C5865F-FB00-0746-23CC-6AD8CD229059}"/>
              </a:ext>
            </a:extLst>
          </p:cNvPr>
          <p:cNvSpPr txBox="1"/>
          <p:nvPr/>
        </p:nvSpPr>
        <p:spPr>
          <a:xfrm>
            <a:off x="669757" y="4310970"/>
            <a:ext cx="10684041" cy="425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1400" b="0" i="0" u="none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Steinmetz, K. F., Holt, T. J., &amp; Brewer, C. G. (2023). Developing and implementing social engineering-prevention policies: A qualitative study. </a:t>
            </a:r>
            <a:r>
              <a:rPr lang="en-US" sz="1400" b="0" i="1" u="none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Security Journal</a:t>
            </a:r>
            <a:r>
              <a:rPr lang="en-US" sz="1400" b="0" i="0" u="none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37(1), 1–19. https://doi.org/10.1057/s41284-023-00385-3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531CBE8-6AF3-41DE-E3FC-295C6EA508F3}"/>
              </a:ext>
            </a:extLst>
          </p:cNvPr>
          <p:cNvSpPr txBox="1"/>
          <p:nvPr/>
        </p:nvSpPr>
        <p:spPr>
          <a:xfrm>
            <a:off x="697829" y="5110154"/>
            <a:ext cx="10655969" cy="592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1400" b="0" i="0" u="none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Xiangyu, L., </a:t>
            </a:r>
            <a:r>
              <a:rPr lang="en-US" sz="1400" b="0" i="0" u="none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Qiuyang</a:t>
            </a:r>
            <a:r>
              <a:rPr lang="en-US" sz="1400" b="0" i="0" u="none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L., &amp; Chandel, S. (2017). Social engineering and insider threats. In </a:t>
            </a:r>
            <a:r>
              <a:rPr lang="en-US" sz="1400" b="0" i="1" u="none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2017 12th International Conference on Cyber-Enabled Distributed Computing and Knowledge Discovery (</a:t>
            </a:r>
            <a:r>
              <a:rPr lang="en-US" sz="1400" b="0" i="1" u="none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CyberC</a:t>
            </a:r>
            <a:r>
              <a:rPr lang="en-US" sz="1400" b="0" i="1" u="none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en-US" sz="1400" b="0" i="0" u="none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(pp. 25–34). IEEE. https://doi.org/10.1109/CyberC.2017.68</a:t>
            </a:r>
          </a:p>
        </p:txBody>
      </p:sp>
    </p:spTree>
    <p:extLst>
      <p:ext uri="{BB962C8B-B14F-4D97-AF65-F5344CB8AC3E}">
        <p14:creationId xmlns:p14="http://schemas.microsoft.com/office/powerpoint/2010/main" val="20691080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3" name="Rectangle 72">
            <a:extLst>
              <a:ext uri="{FF2B5EF4-FFF2-40B4-BE49-F238E27FC236}">
                <a16:creationId xmlns:a16="http://schemas.microsoft.com/office/drawing/2014/main" id="{9B37791B-B040-4694-BFDC-8DD132D86E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79BC5A-867F-193C-ACC2-64CC5455C9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174819"/>
            <a:ext cx="6143625" cy="2858363"/>
          </a:xfrm>
        </p:spPr>
        <p:txBody>
          <a:bodyPr anchor="t">
            <a:normAutofit/>
          </a:bodyPr>
          <a:lstStyle/>
          <a:p>
            <a:pPr algn="l"/>
            <a:r>
              <a:rPr lang="en-US" sz="7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0B6CC640-0DD8-4721-B15B-253174AFBB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620000" y="-1"/>
            <a:ext cx="4572000" cy="6858001"/>
            <a:chOff x="7620000" y="-1"/>
            <a:chExt cx="4572000" cy="6858001"/>
          </a:xfrm>
          <a:effectLst>
            <a:outerShdw blurRad="381000" dist="152400" dir="10800000" algn="ctr" rotWithShape="0">
              <a:srgbClr val="000000">
                <a:alpha val="10000"/>
              </a:srgbClr>
            </a:outerShdw>
          </a:effectLst>
        </p:grpSpPr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DDF34E42-D1FE-4B5D-86BB-13073AC39A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7648048" y="0"/>
              <a:ext cx="4543952" cy="6858000"/>
              <a:chOff x="7648048" y="0"/>
              <a:chExt cx="4543952" cy="6858000"/>
            </a:xfrm>
          </p:grpSpPr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A8932BF5-C4A0-4FCB-BDA5-43B4B8707A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648048" y="0"/>
                <a:ext cx="4543952" cy="6858000"/>
              </a:xfrm>
              <a:custGeom>
                <a:avLst/>
                <a:gdLst>
                  <a:gd name="connsiteX0" fmla="*/ 328959 w 4543952"/>
                  <a:gd name="connsiteY0" fmla="*/ 6564619 h 6858000"/>
                  <a:gd name="connsiteX1" fmla="*/ 306480 w 4543952"/>
                  <a:gd name="connsiteY1" fmla="*/ 6588624 h 6858000"/>
                  <a:gd name="connsiteX2" fmla="*/ 289858 w 4543952"/>
                  <a:gd name="connsiteY2" fmla="*/ 6625223 h 6858000"/>
                  <a:gd name="connsiteX3" fmla="*/ 289858 w 4543952"/>
                  <a:gd name="connsiteY3" fmla="*/ 6625224 h 6858000"/>
                  <a:gd name="connsiteX4" fmla="*/ 289870 w 4543952"/>
                  <a:gd name="connsiteY4" fmla="*/ 6645551 h 6858000"/>
                  <a:gd name="connsiteX5" fmla="*/ 296953 w 4543952"/>
                  <a:gd name="connsiteY5" fmla="*/ 6662539 h 6858000"/>
                  <a:gd name="connsiteX6" fmla="*/ 296953 w 4543952"/>
                  <a:gd name="connsiteY6" fmla="*/ 6662541 h 6858000"/>
                  <a:gd name="connsiteX7" fmla="*/ 296954 w 4543952"/>
                  <a:gd name="connsiteY7" fmla="*/ 6662543 h 6858000"/>
                  <a:gd name="connsiteX8" fmla="*/ 311551 w 4543952"/>
                  <a:gd name="connsiteY8" fmla="*/ 6702975 h 6858000"/>
                  <a:gd name="connsiteX9" fmla="*/ 297715 w 4543952"/>
                  <a:gd name="connsiteY9" fmla="*/ 6742551 h 6858000"/>
                  <a:gd name="connsiteX10" fmla="*/ 297714 w 4543952"/>
                  <a:gd name="connsiteY10" fmla="*/ 6742554 h 6858000"/>
                  <a:gd name="connsiteX11" fmla="*/ 283011 w 4543952"/>
                  <a:gd name="connsiteY11" fmla="*/ 6776799 h 6858000"/>
                  <a:gd name="connsiteX12" fmla="*/ 278238 w 4543952"/>
                  <a:gd name="connsiteY12" fmla="*/ 6812061 h 6858000"/>
                  <a:gd name="connsiteX13" fmla="*/ 278237 w 4543952"/>
                  <a:gd name="connsiteY13" fmla="*/ 6812062 h 6858000"/>
                  <a:gd name="connsiteX14" fmla="*/ 278237 w 4543952"/>
                  <a:gd name="connsiteY14" fmla="*/ 6812063 h 6858000"/>
                  <a:gd name="connsiteX15" fmla="*/ 278238 w 4543952"/>
                  <a:gd name="connsiteY15" fmla="*/ 6812061 h 6858000"/>
                  <a:gd name="connsiteX16" fmla="*/ 297714 w 4543952"/>
                  <a:gd name="connsiteY16" fmla="*/ 6742554 h 6858000"/>
                  <a:gd name="connsiteX17" fmla="*/ 297715 w 4543952"/>
                  <a:gd name="connsiteY17" fmla="*/ 6742552 h 6858000"/>
                  <a:gd name="connsiteX18" fmla="*/ 311551 w 4543952"/>
                  <a:gd name="connsiteY18" fmla="*/ 6702976 h 6858000"/>
                  <a:gd name="connsiteX19" fmla="*/ 311551 w 4543952"/>
                  <a:gd name="connsiteY19" fmla="*/ 6702975 h 6858000"/>
                  <a:gd name="connsiteX20" fmla="*/ 308405 w 4543952"/>
                  <a:gd name="connsiteY20" fmla="*/ 6683026 h 6858000"/>
                  <a:gd name="connsiteX21" fmla="*/ 296954 w 4543952"/>
                  <a:gd name="connsiteY21" fmla="*/ 6662543 h 6858000"/>
                  <a:gd name="connsiteX22" fmla="*/ 296953 w 4543952"/>
                  <a:gd name="connsiteY22" fmla="*/ 6662540 h 6858000"/>
                  <a:gd name="connsiteX23" fmla="*/ 296953 w 4543952"/>
                  <a:gd name="connsiteY23" fmla="*/ 6662539 h 6858000"/>
                  <a:gd name="connsiteX24" fmla="*/ 289858 w 4543952"/>
                  <a:gd name="connsiteY24" fmla="*/ 6625224 h 6858000"/>
                  <a:gd name="connsiteX25" fmla="*/ 306480 w 4543952"/>
                  <a:gd name="connsiteY25" fmla="*/ 6588625 h 6858000"/>
                  <a:gd name="connsiteX26" fmla="*/ 328959 w 4543952"/>
                  <a:gd name="connsiteY26" fmla="*/ 6564620 h 6858000"/>
                  <a:gd name="connsiteX27" fmla="*/ 248638 w 4543952"/>
                  <a:gd name="connsiteY27" fmla="*/ 6438980 h 6858000"/>
                  <a:gd name="connsiteX28" fmla="*/ 268569 w 4543952"/>
                  <a:gd name="connsiteY28" fmla="*/ 6463840 h 6858000"/>
                  <a:gd name="connsiteX29" fmla="*/ 268572 w 4543952"/>
                  <a:gd name="connsiteY29" fmla="*/ 6463848 h 6858000"/>
                  <a:gd name="connsiteX30" fmla="*/ 279556 w 4543952"/>
                  <a:gd name="connsiteY30" fmla="*/ 6508051 h 6858000"/>
                  <a:gd name="connsiteX31" fmla="*/ 282367 w 4543952"/>
                  <a:gd name="connsiteY31" fmla="*/ 6513011 h 6858000"/>
                  <a:gd name="connsiteX32" fmla="*/ 284834 w 4543952"/>
                  <a:gd name="connsiteY32" fmla="*/ 6521803 h 6858000"/>
                  <a:gd name="connsiteX33" fmla="*/ 301172 w 4543952"/>
                  <a:gd name="connsiteY33" fmla="*/ 6546194 h 6858000"/>
                  <a:gd name="connsiteX34" fmla="*/ 301172 w 4543952"/>
                  <a:gd name="connsiteY34" fmla="*/ 6546193 h 6858000"/>
                  <a:gd name="connsiteX35" fmla="*/ 282367 w 4543952"/>
                  <a:gd name="connsiteY35" fmla="*/ 6513011 h 6858000"/>
                  <a:gd name="connsiteX36" fmla="*/ 268572 w 4543952"/>
                  <a:gd name="connsiteY36" fmla="*/ 6463848 h 6858000"/>
                  <a:gd name="connsiteX37" fmla="*/ 268569 w 4543952"/>
                  <a:gd name="connsiteY37" fmla="*/ 6463839 h 6858000"/>
                  <a:gd name="connsiteX38" fmla="*/ 166047 w 4543952"/>
                  <a:gd name="connsiteY38" fmla="*/ 6392242 h 6858000"/>
                  <a:gd name="connsiteX39" fmla="*/ 173364 w 4543952"/>
                  <a:gd name="connsiteY39" fmla="*/ 6407332 h 6858000"/>
                  <a:gd name="connsiteX40" fmla="*/ 173364 w 4543952"/>
                  <a:gd name="connsiteY40" fmla="*/ 6407331 h 6858000"/>
                  <a:gd name="connsiteX41" fmla="*/ 401733 w 4543952"/>
                  <a:gd name="connsiteY41" fmla="*/ 4221390 h 6858000"/>
                  <a:gd name="connsiteX42" fmla="*/ 396017 w 4543952"/>
                  <a:gd name="connsiteY42" fmla="*/ 4253013 h 6858000"/>
                  <a:gd name="connsiteX43" fmla="*/ 356201 w 4543952"/>
                  <a:gd name="connsiteY43" fmla="*/ 4324644 h 6858000"/>
                  <a:gd name="connsiteX44" fmla="*/ 347247 w 4543952"/>
                  <a:gd name="connsiteY44" fmla="*/ 4363889 h 6858000"/>
                  <a:gd name="connsiteX45" fmla="*/ 347247 w 4543952"/>
                  <a:gd name="connsiteY45" fmla="*/ 4363890 h 6858000"/>
                  <a:gd name="connsiteX46" fmla="*/ 348009 w 4543952"/>
                  <a:gd name="connsiteY46" fmla="*/ 4482004 h 6858000"/>
                  <a:gd name="connsiteX47" fmla="*/ 408019 w 4543952"/>
                  <a:gd name="connsiteY47" fmla="*/ 4659174 h 6858000"/>
                  <a:gd name="connsiteX48" fmla="*/ 416021 w 4543952"/>
                  <a:gd name="connsiteY48" fmla="*/ 4677655 h 6858000"/>
                  <a:gd name="connsiteX49" fmla="*/ 425928 w 4543952"/>
                  <a:gd name="connsiteY49" fmla="*/ 4767764 h 6858000"/>
                  <a:gd name="connsiteX50" fmla="*/ 427237 w 4543952"/>
                  <a:gd name="connsiteY50" fmla="*/ 4800482 h 6858000"/>
                  <a:gd name="connsiteX51" fmla="*/ 412401 w 4543952"/>
                  <a:gd name="connsiteY51" fmla="*/ 4828915 h 6858000"/>
                  <a:gd name="connsiteX52" fmla="*/ 391971 w 4543952"/>
                  <a:gd name="connsiteY52" fmla="*/ 4857316 h 6858000"/>
                  <a:gd name="connsiteX53" fmla="*/ 390221 w 4543952"/>
                  <a:gd name="connsiteY53" fmla="*/ 4863342 h 6858000"/>
                  <a:gd name="connsiteX54" fmla="*/ 387469 w 4543952"/>
                  <a:gd name="connsiteY54" fmla="*/ 4867613 h 6858000"/>
                  <a:gd name="connsiteX55" fmla="*/ 382691 w 4543952"/>
                  <a:gd name="connsiteY55" fmla="*/ 4889274 h 6858000"/>
                  <a:gd name="connsiteX56" fmla="*/ 382691 w 4543952"/>
                  <a:gd name="connsiteY56" fmla="*/ 4889275 h 6858000"/>
                  <a:gd name="connsiteX57" fmla="*/ 384396 w 4543952"/>
                  <a:gd name="connsiteY57" fmla="*/ 4912168 h 6858000"/>
                  <a:gd name="connsiteX58" fmla="*/ 385799 w 4543952"/>
                  <a:gd name="connsiteY58" fmla="*/ 4933804 h 6858000"/>
                  <a:gd name="connsiteX59" fmla="*/ 378247 w 4543952"/>
                  <a:gd name="connsiteY59" fmla="*/ 4957452 h 6858000"/>
                  <a:gd name="connsiteX60" fmla="*/ 360964 w 4543952"/>
                  <a:gd name="connsiteY60" fmla="*/ 4987036 h 6858000"/>
                  <a:gd name="connsiteX61" fmla="*/ 334485 w 4543952"/>
                  <a:gd name="connsiteY61" fmla="*/ 5041520 h 6858000"/>
                  <a:gd name="connsiteX62" fmla="*/ 321371 w 4543952"/>
                  <a:gd name="connsiteY62" fmla="*/ 5087422 h 6858000"/>
                  <a:gd name="connsiteX63" fmla="*/ 321364 w 4543952"/>
                  <a:gd name="connsiteY63" fmla="*/ 5087449 h 6858000"/>
                  <a:gd name="connsiteX64" fmla="*/ 315482 w 4543952"/>
                  <a:gd name="connsiteY64" fmla="*/ 5102460 h 6858000"/>
                  <a:gd name="connsiteX65" fmla="*/ 308338 w 4543952"/>
                  <a:gd name="connsiteY65" fmla="*/ 5133219 h 6858000"/>
                  <a:gd name="connsiteX66" fmla="*/ 308337 w 4543952"/>
                  <a:gd name="connsiteY66" fmla="*/ 5133223 h 6858000"/>
                  <a:gd name="connsiteX67" fmla="*/ 308337 w 4543952"/>
                  <a:gd name="connsiteY67" fmla="*/ 5133224 h 6858000"/>
                  <a:gd name="connsiteX68" fmla="*/ 315052 w 4543952"/>
                  <a:gd name="connsiteY68" fmla="*/ 5166113 h 6858000"/>
                  <a:gd name="connsiteX69" fmla="*/ 314362 w 4543952"/>
                  <a:gd name="connsiteY69" fmla="*/ 5172089 h 6858000"/>
                  <a:gd name="connsiteX70" fmla="*/ 311814 w 4543952"/>
                  <a:gd name="connsiteY70" fmla="*/ 5179066 h 6858000"/>
                  <a:gd name="connsiteX71" fmla="*/ 311814 w 4543952"/>
                  <a:gd name="connsiteY71" fmla="*/ 5179067 h 6858000"/>
                  <a:gd name="connsiteX72" fmla="*/ 335437 w 4543952"/>
                  <a:gd name="connsiteY72" fmla="*/ 5272796 h 6858000"/>
                  <a:gd name="connsiteX73" fmla="*/ 360397 w 4543952"/>
                  <a:gd name="connsiteY73" fmla="*/ 5321350 h 6858000"/>
                  <a:gd name="connsiteX74" fmla="*/ 364317 w 4543952"/>
                  <a:gd name="connsiteY74" fmla="*/ 5355013 h 6858000"/>
                  <a:gd name="connsiteX75" fmla="*/ 359440 w 4543952"/>
                  <a:gd name="connsiteY75" fmla="*/ 5385383 h 6858000"/>
                  <a:gd name="connsiteX76" fmla="*/ 351249 w 4543952"/>
                  <a:gd name="connsiteY76" fmla="*/ 5425581 h 6858000"/>
                  <a:gd name="connsiteX77" fmla="*/ 339627 w 4543952"/>
                  <a:gd name="connsiteY77" fmla="*/ 5480636 h 6858000"/>
                  <a:gd name="connsiteX78" fmla="*/ 335103 w 4543952"/>
                  <a:gd name="connsiteY78" fmla="*/ 5507666 h 6858000"/>
                  <a:gd name="connsiteX79" fmla="*/ 335103 w 4543952"/>
                  <a:gd name="connsiteY79" fmla="*/ 5507667 h 6858000"/>
                  <a:gd name="connsiteX80" fmla="*/ 337324 w 4543952"/>
                  <a:gd name="connsiteY80" fmla="*/ 5520421 h 6858000"/>
                  <a:gd name="connsiteX81" fmla="*/ 345722 w 4543952"/>
                  <a:gd name="connsiteY81" fmla="*/ 5531691 h 6858000"/>
                  <a:gd name="connsiteX82" fmla="*/ 345723 w 4543952"/>
                  <a:gd name="connsiteY82" fmla="*/ 5531693 h 6858000"/>
                  <a:gd name="connsiteX83" fmla="*/ 355869 w 4543952"/>
                  <a:gd name="connsiteY83" fmla="*/ 5547577 h 6858000"/>
                  <a:gd name="connsiteX84" fmla="*/ 346295 w 4543952"/>
                  <a:gd name="connsiteY84" fmla="*/ 5562745 h 6858000"/>
                  <a:gd name="connsiteX85" fmla="*/ 275047 w 4543952"/>
                  <a:gd name="connsiteY85" fmla="*/ 5704482 h 6858000"/>
                  <a:gd name="connsiteX86" fmla="*/ 269141 w 4543952"/>
                  <a:gd name="connsiteY86" fmla="*/ 5740487 h 6858000"/>
                  <a:gd name="connsiteX87" fmla="*/ 260376 w 4543952"/>
                  <a:gd name="connsiteY87" fmla="*/ 5760872 h 6858000"/>
                  <a:gd name="connsiteX88" fmla="*/ 171981 w 4543952"/>
                  <a:gd name="connsiteY88" fmla="*/ 5883750 h 6858000"/>
                  <a:gd name="connsiteX89" fmla="*/ 171979 w 4543952"/>
                  <a:gd name="connsiteY89" fmla="*/ 5883755 h 6858000"/>
                  <a:gd name="connsiteX90" fmla="*/ 160957 w 4543952"/>
                  <a:gd name="connsiteY90" fmla="*/ 5909350 h 6858000"/>
                  <a:gd name="connsiteX91" fmla="*/ 154076 w 4543952"/>
                  <a:gd name="connsiteY91" fmla="*/ 5935945 h 6858000"/>
                  <a:gd name="connsiteX92" fmla="*/ 154075 w 4543952"/>
                  <a:gd name="connsiteY92" fmla="*/ 5935948 h 6858000"/>
                  <a:gd name="connsiteX93" fmla="*/ 154075 w 4543952"/>
                  <a:gd name="connsiteY93" fmla="*/ 5935949 h 6858000"/>
                  <a:gd name="connsiteX94" fmla="*/ 154242 w 4543952"/>
                  <a:gd name="connsiteY94" fmla="*/ 5964476 h 6858000"/>
                  <a:gd name="connsiteX95" fmla="*/ 157695 w 4543952"/>
                  <a:gd name="connsiteY95" fmla="*/ 5993289 h 6858000"/>
                  <a:gd name="connsiteX96" fmla="*/ 157695 w 4543952"/>
                  <a:gd name="connsiteY96" fmla="*/ 5993291 h 6858000"/>
                  <a:gd name="connsiteX97" fmla="*/ 164171 w 4543952"/>
                  <a:gd name="connsiteY97" fmla="*/ 6026440 h 6858000"/>
                  <a:gd name="connsiteX98" fmla="*/ 220371 w 4543952"/>
                  <a:gd name="connsiteY98" fmla="*/ 6108738 h 6858000"/>
                  <a:gd name="connsiteX99" fmla="*/ 234064 w 4543952"/>
                  <a:gd name="connsiteY99" fmla="*/ 6133314 h 6858000"/>
                  <a:gd name="connsiteX100" fmla="*/ 218468 w 4543952"/>
                  <a:gd name="connsiteY100" fmla="*/ 6155599 h 6858000"/>
                  <a:gd name="connsiteX101" fmla="*/ 218465 w 4543952"/>
                  <a:gd name="connsiteY101" fmla="*/ 6155601 h 6858000"/>
                  <a:gd name="connsiteX102" fmla="*/ 179794 w 4543952"/>
                  <a:gd name="connsiteY102" fmla="*/ 6228755 h 6858000"/>
                  <a:gd name="connsiteX103" fmla="*/ 162457 w 4543952"/>
                  <a:gd name="connsiteY103" fmla="*/ 6361538 h 6858000"/>
                  <a:gd name="connsiteX104" fmla="*/ 162457 w 4543952"/>
                  <a:gd name="connsiteY104" fmla="*/ 6361539 h 6858000"/>
                  <a:gd name="connsiteX105" fmla="*/ 179794 w 4543952"/>
                  <a:gd name="connsiteY105" fmla="*/ 6228756 h 6858000"/>
                  <a:gd name="connsiteX106" fmla="*/ 218465 w 4543952"/>
                  <a:gd name="connsiteY106" fmla="*/ 6155602 h 6858000"/>
                  <a:gd name="connsiteX107" fmla="*/ 218468 w 4543952"/>
                  <a:gd name="connsiteY107" fmla="*/ 6155599 h 6858000"/>
                  <a:gd name="connsiteX108" fmla="*/ 230364 w 4543952"/>
                  <a:gd name="connsiteY108" fmla="*/ 6143189 h 6858000"/>
                  <a:gd name="connsiteX109" fmla="*/ 234064 w 4543952"/>
                  <a:gd name="connsiteY109" fmla="*/ 6133314 h 6858000"/>
                  <a:gd name="connsiteX110" fmla="*/ 234064 w 4543952"/>
                  <a:gd name="connsiteY110" fmla="*/ 6133313 h 6858000"/>
                  <a:gd name="connsiteX111" fmla="*/ 220371 w 4543952"/>
                  <a:gd name="connsiteY111" fmla="*/ 6108737 h 6858000"/>
                  <a:gd name="connsiteX112" fmla="*/ 164171 w 4543952"/>
                  <a:gd name="connsiteY112" fmla="*/ 6026439 h 6858000"/>
                  <a:gd name="connsiteX113" fmla="*/ 157695 w 4543952"/>
                  <a:gd name="connsiteY113" fmla="*/ 5993290 h 6858000"/>
                  <a:gd name="connsiteX114" fmla="*/ 157695 w 4543952"/>
                  <a:gd name="connsiteY114" fmla="*/ 5993289 h 6858000"/>
                  <a:gd name="connsiteX115" fmla="*/ 154075 w 4543952"/>
                  <a:gd name="connsiteY115" fmla="*/ 5935949 h 6858000"/>
                  <a:gd name="connsiteX116" fmla="*/ 154076 w 4543952"/>
                  <a:gd name="connsiteY116" fmla="*/ 5935945 h 6858000"/>
                  <a:gd name="connsiteX117" fmla="*/ 171979 w 4543952"/>
                  <a:gd name="connsiteY117" fmla="*/ 5883755 h 6858000"/>
                  <a:gd name="connsiteX118" fmla="*/ 171981 w 4543952"/>
                  <a:gd name="connsiteY118" fmla="*/ 5883751 h 6858000"/>
                  <a:gd name="connsiteX119" fmla="*/ 260376 w 4543952"/>
                  <a:gd name="connsiteY119" fmla="*/ 5760873 h 6858000"/>
                  <a:gd name="connsiteX120" fmla="*/ 269141 w 4543952"/>
                  <a:gd name="connsiteY120" fmla="*/ 5740488 h 6858000"/>
                  <a:gd name="connsiteX121" fmla="*/ 275047 w 4543952"/>
                  <a:gd name="connsiteY121" fmla="*/ 5704483 h 6858000"/>
                  <a:gd name="connsiteX122" fmla="*/ 346295 w 4543952"/>
                  <a:gd name="connsiteY122" fmla="*/ 5562746 h 6858000"/>
                  <a:gd name="connsiteX123" fmla="*/ 355869 w 4543952"/>
                  <a:gd name="connsiteY123" fmla="*/ 5547578 h 6858000"/>
                  <a:gd name="connsiteX124" fmla="*/ 355869 w 4543952"/>
                  <a:gd name="connsiteY124" fmla="*/ 5547577 h 6858000"/>
                  <a:gd name="connsiteX125" fmla="*/ 345723 w 4543952"/>
                  <a:gd name="connsiteY125" fmla="*/ 5531692 h 6858000"/>
                  <a:gd name="connsiteX126" fmla="*/ 345722 w 4543952"/>
                  <a:gd name="connsiteY126" fmla="*/ 5531691 h 6858000"/>
                  <a:gd name="connsiteX127" fmla="*/ 335103 w 4543952"/>
                  <a:gd name="connsiteY127" fmla="*/ 5507667 h 6858000"/>
                  <a:gd name="connsiteX128" fmla="*/ 339627 w 4543952"/>
                  <a:gd name="connsiteY128" fmla="*/ 5480637 h 6858000"/>
                  <a:gd name="connsiteX129" fmla="*/ 351249 w 4543952"/>
                  <a:gd name="connsiteY129" fmla="*/ 5425582 h 6858000"/>
                  <a:gd name="connsiteX130" fmla="*/ 359440 w 4543952"/>
                  <a:gd name="connsiteY130" fmla="*/ 5385384 h 6858000"/>
                  <a:gd name="connsiteX131" fmla="*/ 364317 w 4543952"/>
                  <a:gd name="connsiteY131" fmla="*/ 5355014 h 6858000"/>
                  <a:gd name="connsiteX132" fmla="*/ 364317 w 4543952"/>
                  <a:gd name="connsiteY132" fmla="*/ 5355013 h 6858000"/>
                  <a:gd name="connsiteX133" fmla="*/ 362870 w 4543952"/>
                  <a:gd name="connsiteY133" fmla="*/ 5326162 h 6858000"/>
                  <a:gd name="connsiteX134" fmla="*/ 360397 w 4543952"/>
                  <a:gd name="connsiteY134" fmla="*/ 5321350 h 6858000"/>
                  <a:gd name="connsiteX135" fmla="*/ 359341 w 4543952"/>
                  <a:gd name="connsiteY135" fmla="*/ 5312287 h 6858000"/>
                  <a:gd name="connsiteX136" fmla="*/ 335437 w 4543952"/>
                  <a:gd name="connsiteY136" fmla="*/ 5272795 h 6858000"/>
                  <a:gd name="connsiteX137" fmla="*/ 311981 w 4543952"/>
                  <a:gd name="connsiteY137" fmla="*/ 5229432 h 6858000"/>
                  <a:gd name="connsiteX138" fmla="*/ 311814 w 4543952"/>
                  <a:gd name="connsiteY138" fmla="*/ 5179067 h 6858000"/>
                  <a:gd name="connsiteX139" fmla="*/ 314362 w 4543952"/>
                  <a:gd name="connsiteY139" fmla="*/ 5172090 h 6858000"/>
                  <a:gd name="connsiteX140" fmla="*/ 315052 w 4543952"/>
                  <a:gd name="connsiteY140" fmla="*/ 5166113 h 6858000"/>
                  <a:gd name="connsiteX141" fmla="*/ 315052 w 4543952"/>
                  <a:gd name="connsiteY141" fmla="*/ 5166112 h 6858000"/>
                  <a:gd name="connsiteX142" fmla="*/ 308337 w 4543952"/>
                  <a:gd name="connsiteY142" fmla="*/ 5133224 h 6858000"/>
                  <a:gd name="connsiteX143" fmla="*/ 308338 w 4543952"/>
                  <a:gd name="connsiteY143" fmla="*/ 5133219 h 6858000"/>
                  <a:gd name="connsiteX144" fmla="*/ 321364 w 4543952"/>
                  <a:gd name="connsiteY144" fmla="*/ 5087449 h 6858000"/>
                  <a:gd name="connsiteX145" fmla="*/ 327270 w 4543952"/>
                  <a:gd name="connsiteY145" fmla="*/ 5072375 h 6858000"/>
                  <a:gd name="connsiteX146" fmla="*/ 334485 w 4543952"/>
                  <a:gd name="connsiteY146" fmla="*/ 5041521 h 6858000"/>
                  <a:gd name="connsiteX147" fmla="*/ 360964 w 4543952"/>
                  <a:gd name="connsiteY147" fmla="*/ 4987037 h 6858000"/>
                  <a:gd name="connsiteX148" fmla="*/ 376969 w 4543952"/>
                  <a:gd name="connsiteY148" fmla="*/ 4961455 h 6858000"/>
                  <a:gd name="connsiteX149" fmla="*/ 378247 w 4543952"/>
                  <a:gd name="connsiteY149" fmla="*/ 4957452 h 6858000"/>
                  <a:gd name="connsiteX150" fmla="*/ 381039 w 4543952"/>
                  <a:gd name="connsiteY150" fmla="*/ 4952672 h 6858000"/>
                  <a:gd name="connsiteX151" fmla="*/ 385799 w 4543952"/>
                  <a:gd name="connsiteY151" fmla="*/ 4933804 h 6858000"/>
                  <a:gd name="connsiteX152" fmla="*/ 384396 w 4543952"/>
                  <a:gd name="connsiteY152" fmla="*/ 4912167 h 6858000"/>
                  <a:gd name="connsiteX153" fmla="*/ 382691 w 4543952"/>
                  <a:gd name="connsiteY153" fmla="*/ 4889274 h 6858000"/>
                  <a:gd name="connsiteX154" fmla="*/ 390221 w 4543952"/>
                  <a:gd name="connsiteY154" fmla="*/ 4863342 h 6858000"/>
                  <a:gd name="connsiteX155" fmla="*/ 412401 w 4543952"/>
                  <a:gd name="connsiteY155" fmla="*/ 4828916 h 6858000"/>
                  <a:gd name="connsiteX156" fmla="*/ 427237 w 4543952"/>
                  <a:gd name="connsiteY156" fmla="*/ 4800483 h 6858000"/>
                  <a:gd name="connsiteX157" fmla="*/ 427237 w 4543952"/>
                  <a:gd name="connsiteY157" fmla="*/ 4800482 h 6858000"/>
                  <a:gd name="connsiteX158" fmla="*/ 425928 w 4543952"/>
                  <a:gd name="connsiteY158" fmla="*/ 4767763 h 6858000"/>
                  <a:gd name="connsiteX159" fmla="*/ 416021 w 4543952"/>
                  <a:gd name="connsiteY159" fmla="*/ 4677654 h 6858000"/>
                  <a:gd name="connsiteX160" fmla="*/ 408019 w 4543952"/>
                  <a:gd name="connsiteY160" fmla="*/ 4659173 h 6858000"/>
                  <a:gd name="connsiteX161" fmla="*/ 348009 w 4543952"/>
                  <a:gd name="connsiteY161" fmla="*/ 4482003 h 6858000"/>
                  <a:gd name="connsiteX162" fmla="*/ 347247 w 4543952"/>
                  <a:gd name="connsiteY162" fmla="*/ 4363890 h 6858000"/>
                  <a:gd name="connsiteX163" fmla="*/ 356201 w 4543952"/>
                  <a:gd name="connsiteY163" fmla="*/ 4324645 h 6858000"/>
                  <a:gd name="connsiteX164" fmla="*/ 396017 w 4543952"/>
                  <a:gd name="connsiteY164" fmla="*/ 4253014 h 6858000"/>
                  <a:gd name="connsiteX165" fmla="*/ 401733 w 4543952"/>
                  <a:gd name="connsiteY165" fmla="*/ 4221391 h 6858000"/>
                  <a:gd name="connsiteX166" fmla="*/ 332842 w 4543952"/>
                  <a:gd name="connsiteY166" fmla="*/ 2836171 h 6858000"/>
                  <a:gd name="connsiteX167" fmla="*/ 332842 w 4543952"/>
                  <a:gd name="connsiteY167" fmla="*/ 2836172 h 6858000"/>
                  <a:gd name="connsiteX168" fmla="*/ 341533 w 4543952"/>
                  <a:gd name="connsiteY168" fmla="*/ 2848793 h 6858000"/>
                  <a:gd name="connsiteX169" fmla="*/ 358166 w 4543952"/>
                  <a:gd name="connsiteY169" fmla="*/ 2903544 h 6858000"/>
                  <a:gd name="connsiteX170" fmla="*/ 366072 w 4543952"/>
                  <a:gd name="connsiteY170" fmla="*/ 2947858 h 6858000"/>
                  <a:gd name="connsiteX171" fmla="*/ 366072 w 4543952"/>
                  <a:gd name="connsiteY171" fmla="*/ 2947862 h 6858000"/>
                  <a:gd name="connsiteX172" fmla="*/ 362488 w 4543952"/>
                  <a:gd name="connsiteY172" fmla="*/ 2982147 h 6858000"/>
                  <a:gd name="connsiteX173" fmla="*/ 350796 w 4543952"/>
                  <a:gd name="connsiteY173" fmla="*/ 3077400 h 6858000"/>
                  <a:gd name="connsiteX174" fmla="*/ 350796 w 4543952"/>
                  <a:gd name="connsiteY174" fmla="*/ 3077401 h 6858000"/>
                  <a:gd name="connsiteX175" fmla="*/ 363250 w 4543952"/>
                  <a:gd name="connsiteY175" fmla="*/ 3172654 h 6858000"/>
                  <a:gd name="connsiteX176" fmla="*/ 410877 w 4543952"/>
                  <a:gd name="connsiteY176" fmla="*/ 3489467 h 6858000"/>
                  <a:gd name="connsiteX177" fmla="*/ 432976 w 4543952"/>
                  <a:gd name="connsiteY177" fmla="*/ 3544713 h 6858000"/>
                  <a:gd name="connsiteX178" fmla="*/ 445520 w 4543952"/>
                  <a:gd name="connsiteY178" fmla="*/ 3562320 h 6858000"/>
                  <a:gd name="connsiteX179" fmla="*/ 450598 w 4543952"/>
                  <a:gd name="connsiteY179" fmla="*/ 3574407 h 6858000"/>
                  <a:gd name="connsiteX180" fmla="*/ 448246 w 4543952"/>
                  <a:gd name="connsiteY180" fmla="*/ 3587173 h 6858000"/>
                  <a:gd name="connsiteX181" fmla="*/ 438500 w 4543952"/>
                  <a:gd name="connsiteY181" fmla="*/ 3606816 h 6858000"/>
                  <a:gd name="connsiteX182" fmla="*/ 424974 w 4543952"/>
                  <a:gd name="connsiteY182" fmla="*/ 3630631 h 6858000"/>
                  <a:gd name="connsiteX183" fmla="*/ 400733 w 4543952"/>
                  <a:gd name="connsiteY183" fmla="*/ 3680162 h 6858000"/>
                  <a:gd name="connsiteX184" fmla="*/ 400733 w 4543952"/>
                  <a:gd name="connsiteY184" fmla="*/ 3680163 h 6858000"/>
                  <a:gd name="connsiteX185" fmla="*/ 404781 w 4543952"/>
                  <a:gd name="connsiteY185" fmla="*/ 3734837 h 6858000"/>
                  <a:gd name="connsiteX186" fmla="*/ 404399 w 4543952"/>
                  <a:gd name="connsiteY186" fmla="*/ 3754651 h 6858000"/>
                  <a:gd name="connsiteX187" fmla="*/ 398042 w 4543952"/>
                  <a:gd name="connsiteY187" fmla="*/ 3789775 h 6858000"/>
                  <a:gd name="connsiteX188" fmla="*/ 398042 w 4543952"/>
                  <a:gd name="connsiteY188" fmla="*/ 3789776 h 6858000"/>
                  <a:gd name="connsiteX189" fmla="*/ 412973 w 4543952"/>
                  <a:gd name="connsiteY189" fmla="*/ 3822472 h 6858000"/>
                  <a:gd name="connsiteX190" fmla="*/ 427308 w 4543952"/>
                  <a:gd name="connsiteY190" fmla="*/ 3852619 h 6858000"/>
                  <a:gd name="connsiteX191" fmla="*/ 417926 w 4543952"/>
                  <a:gd name="connsiteY191" fmla="*/ 3885336 h 6858000"/>
                  <a:gd name="connsiteX192" fmla="*/ 417925 w 4543952"/>
                  <a:gd name="connsiteY192" fmla="*/ 3885337 h 6858000"/>
                  <a:gd name="connsiteX193" fmla="*/ 386040 w 4543952"/>
                  <a:gd name="connsiteY193" fmla="*/ 3962158 h 6858000"/>
                  <a:gd name="connsiteX194" fmla="*/ 386040 w 4543952"/>
                  <a:gd name="connsiteY194" fmla="*/ 3962159 h 6858000"/>
                  <a:gd name="connsiteX195" fmla="*/ 388431 w 4543952"/>
                  <a:gd name="connsiteY195" fmla="*/ 4002409 h 6858000"/>
                  <a:gd name="connsiteX196" fmla="*/ 401733 w 4543952"/>
                  <a:gd name="connsiteY196" fmla="*/ 4043837 h 6858000"/>
                  <a:gd name="connsiteX197" fmla="*/ 401733 w 4543952"/>
                  <a:gd name="connsiteY197" fmla="*/ 4043839 h 6858000"/>
                  <a:gd name="connsiteX198" fmla="*/ 416855 w 4543952"/>
                  <a:gd name="connsiteY198" fmla="*/ 4103825 h 6858000"/>
                  <a:gd name="connsiteX199" fmla="*/ 405544 w 4543952"/>
                  <a:gd name="connsiteY199" fmla="*/ 4165381 h 6858000"/>
                  <a:gd name="connsiteX200" fmla="*/ 405543 w 4543952"/>
                  <a:gd name="connsiteY200" fmla="*/ 4165382 h 6858000"/>
                  <a:gd name="connsiteX201" fmla="*/ 401638 w 4543952"/>
                  <a:gd name="connsiteY201" fmla="*/ 4192386 h 6858000"/>
                  <a:gd name="connsiteX202" fmla="*/ 401638 w 4543952"/>
                  <a:gd name="connsiteY202" fmla="*/ 4192387 h 6858000"/>
                  <a:gd name="connsiteX203" fmla="*/ 405543 w 4543952"/>
                  <a:gd name="connsiteY203" fmla="*/ 4165383 h 6858000"/>
                  <a:gd name="connsiteX204" fmla="*/ 405544 w 4543952"/>
                  <a:gd name="connsiteY204" fmla="*/ 4165381 h 6858000"/>
                  <a:gd name="connsiteX205" fmla="*/ 414887 w 4543952"/>
                  <a:gd name="connsiteY205" fmla="*/ 4134255 h 6858000"/>
                  <a:gd name="connsiteX206" fmla="*/ 416855 w 4543952"/>
                  <a:gd name="connsiteY206" fmla="*/ 4103825 h 6858000"/>
                  <a:gd name="connsiteX207" fmla="*/ 416855 w 4543952"/>
                  <a:gd name="connsiteY207" fmla="*/ 4103824 h 6858000"/>
                  <a:gd name="connsiteX208" fmla="*/ 401733 w 4543952"/>
                  <a:gd name="connsiteY208" fmla="*/ 4043838 h 6858000"/>
                  <a:gd name="connsiteX209" fmla="*/ 401733 w 4543952"/>
                  <a:gd name="connsiteY209" fmla="*/ 4043837 h 6858000"/>
                  <a:gd name="connsiteX210" fmla="*/ 386040 w 4543952"/>
                  <a:gd name="connsiteY210" fmla="*/ 3962159 h 6858000"/>
                  <a:gd name="connsiteX211" fmla="*/ 395544 w 4543952"/>
                  <a:gd name="connsiteY211" fmla="*/ 3923124 h 6858000"/>
                  <a:gd name="connsiteX212" fmla="*/ 417925 w 4543952"/>
                  <a:gd name="connsiteY212" fmla="*/ 3885338 h 6858000"/>
                  <a:gd name="connsiteX213" fmla="*/ 417926 w 4543952"/>
                  <a:gd name="connsiteY213" fmla="*/ 3885336 h 6858000"/>
                  <a:gd name="connsiteX214" fmla="*/ 426528 w 4543952"/>
                  <a:gd name="connsiteY214" fmla="*/ 3868763 h 6858000"/>
                  <a:gd name="connsiteX215" fmla="*/ 427308 w 4543952"/>
                  <a:gd name="connsiteY215" fmla="*/ 3852619 h 6858000"/>
                  <a:gd name="connsiteX216" fmla="*/ 427308 w 4543952"/>
                  <a:gd name="connsiteY216" fmla="*/ 3852618 h 6858000"/>
                  <a:gd name="connsiteX217" fmla="*/ 412973 w 4543952"/>
                  <a:gd name="connsiteY217" fmla="*/ 3822471 h 6858000"/>
                  <a:gd name="connsiteX218" fmla="*/ 398042 w 4543952"/>
                  <a:gd name="connsiteY218" fmla="*/ 3789775 h 6858000"/>
                  <a:gd name="connsiteX219" fmla="*/ 404399 w 4543952"/>
                  <a:gd name="connsiteY219" fmla="*/ 3754652 h 6858000"/>
                  <a:gd name="connsiteX220" fmla="*/ 404781 w 4543952"/>
                  <a:gd name="connsiteY220" fmla="*/ 3734837 h 6858000"/>
                  <a:gd name="connsiteX221" fmla="*/ 404781 w 4543952"/>
                  <a:gd name="connsiteY221" fmla="*/ 3734836 h 6858000"/>
                  <a:gd name="connsiteX222" fmla="*/ 400733 w 4543952"/>
                  <a:gd name="connsiteY222" fmla="*/ 3680163 h 6858000"/>
                  <a:gd name="connsiteX223" fmla="*/ 407246 w 4543952"/>
                  <a:gd name="connsiteY223" fmla="*/ 3654415 h 6858000"/>
                  <a:gd name="connsiteX224" fmla="*/ 424974 w 4543952"/>
                  <a:gd name="connsiteY224" fmla="*/ 3630632 h 6858000"/>
                  <a:gd name="connsiteX225" fmla="*/ 438500 w 4543952"/>
                  <a:gd name="connsiteY225" fmla="*/ 3606817 h 6858000"/>
                  <a:gd name="connsiteX226" fmla="*/ 450598 w 4543952"/>
                  <a:gd name="connsiteY226" fmla="*/ 3574408 h 6858000"/>
                  <a:gd name="connsiteX227" fmla="*/ 450598 w 4543952"/>
                  <a:gd name="connsiteY227" fmla="*/ 3574407 h 6858000"/>
                  <a:gd name="connsiteX228" fmla="*/ 432976 w 4543952"/>
                  <a:gd name="connsiteY228" fmla="*/ 3544712 h 6858000"/>
                  <a:gd name="connsiteX229" fmla="*/ 410877 w 4543952"/>
                  <a:gd name="connsiteY229" fmla="*/ 3489466 h 6858000"/>
                  <a:gd name="connsiteX230" fmla="*/ 363250 w 4543952"/>
                  <a:gd name="connsiteY230" fmla="*/ 3172653 h 6858000"/>
                  <a:gd name="connsiteX231" fmla="*/ 350796 w 4543952"/>
                  <a:gd name="connsiteY231" fmla="*/ 3077401 h 6858000"/>
                  <a:gd name="connsiteX232" fmla="*/ 362488 w 4543952"/>
                  <a:gd name="connsiteY232" fmla="*/ 2982148 h 6858000"/>
                  <a:gd name="connsiteX233" fmla="*/ 366072 w 4543952"/>
                  <a:gd name="connsiteY233" fmla="*/ 2947862 h 6858000"/>
                  <a:gd name="connsiteX234" fmla="*/ 366072 w 4543952"/>
                  <a:gd name="connsiteY234" fmla="*/ 2947861 h 6858000"/>
                  <a:gd name="connsiteX235" fmla="*/ 366072 w 4543952"/>
                  <a:gd name="connsiteY235" fmla="*/ 2947858 h 6858000"/>
                  <a:gd name="connsiteX236" fmla="*/ 361441 w 4543952"/>
                  <a:gd name="connsiteY236" fmla="*/ 2914327 h 6858000"/>
                  <a:gd name="connsiteX237" fmla="*/ 358166 w 4543952"/>
                  <a:gd name="connsiteY237" fmla="*/ 2903544 h 6858000"/>
                  <a:gd name="connsiteX238" fmla="*/ 357138 w 4543952"/>
                  <a:gd name="connsiteY238" fmla="*/ 2897784 h 6858000"/>
                  <a:gd name="connsiteX239" fmla="*/ 341533 w 4543952"/>
                  <a:gd name="connsiteY239" fmla="*/ 2848792 h 6858000"/>
                  <a:gd name="connsiteX240" fmla="*/ 296001 w 4543952"/>
                  <a:gd name="connsiteY240" fmla="*/ 2745351 h 6858000"/>
                  <a:gd name="connsiteX241" fmla="*/ 289670 w 4543952"/>
                  <a:gd name="connsiteY241" fmla="*/ 2770757 h 6858000"/>
                  <a:gd name="connsiteX242" fmla="*/ 290080 w 4543952"/>
                  <a:gd name="connsiteY242" fmla="*/ 2778005 h 6858000"/>
                  <a:gd name="connsiteX243" fmla="*/ 289301 w 4543952"/>
                  <a:gd name="connsiteY243" fmla="*/ 2782304 h 6858000"/>
                  <a:gd name="connsiteX244" fmla="*/ 290501 w 4543952"/>
                  <a:gd name="connsiteY244" fmla="*/ 2785439 h 6858000"/>
                  <a:gd name="connsiteX245" fmla="*/ 290929 w 4543952"/>
                  <a:gd name="connsiteY245" fmla="*/ 2793022 h 6858000"/>
                  <a:gd name="connsiteX246" fmla="*/ 300579 w 4543952"/>
                  <a:gd name="connsiteY246" fmla="*/ 2811779 h 6858000"/>
                  <a:gd name="connsiteX247" fmla="*/ 300582 w 4543952"/>
                  <a:gd name="connsiteY247" fmla="*/ 2811786 h 6858000"/>
                  <a:gd name="connsiteX248" fmla="*/ 300583 w 4543952"/>
                  <a:gd name="connsiteY248" fmla="*/ 2811786 h 6858000"/>
                  <a:gd name="connsiteX249" fmla="*/ 300579 w 4543952"/>
                  <a:gd name="connsiteY249" fmla="*/ 2811779 h 6858000"/>
                  <a:gd name="connsiteX250" fmla="*/ 290501 w 4543952"/>
                  <a:gd name="connsiteY250" fmla="*/ 2785439 h 6858000"/>
                  <a:gd name="connsiteX251" fmla="*/ 290080 w 4543952"/>
                  <a:gd name="connsiteY251" fmla="*/ 2778005 h 6858000"/>
                  <a:gd name="connsiteX252" fmla="*/ 817328 w 4543952"/>
                  <a:gd name="connsiteY252" fmla="*/ 1508457 h 6858000"/>
                  <a:gd name="connsiteX253" fmla="*/ 845421 w 4543952"/>
                  <a:gd name="connsiteY253" fmla="*/ 1596212 h 6858000"/>
                  <a:gd name="connsiteX254" fmla="*/ 843517 w 4543952"/>
                  <a:gd name="connsiteY254" fmla="*/ 1624979 h 6858000"/>
                  <a:gd name="connsiteX255" fmla="*/ 786935 w 4543952"/>
                  <a:gd name="connsiteY255" fmla="*/ 1697752 h 6858000"/>
                  <a:gd name="connsiteX256" fmla="*/ 764267 w 4543952"/>
                  <a:gd name="connsiteY256" fmla="*/ 1733187 h 6858000"/>
                  <a:gd name="connsiteX257" fmla="*/ 722546 w 4543952"/>
                  <a:gd name="connsiteY257" fmla="*/ 1833774 h 6858000"/>
                  <a:gd name="connsiteX258" fmla="*/ 714925 w 4543952"/>
                  <a:gd name="connsiteY258" fmla="*/ 1842157 h 6858000"/>
                  <a:gd name="connsiteX259" fmla="*/ 624434 w 4543952"/>
                  <a:gd name="connsiteY259" fmla="*/ 1916453 h 6858000"/>
                  <a:gd name="connsiteX260" fmla="*/ 609004 w 4543952"/>
                  <a:gd name="connsiteY260" fmla="*/ 1933218 h 6858000"/>
                  <a:gd name="connsiteX261" fmla="*/ 584999 w 4543952"/>
                  <a:gd name="connsiteY261" fmla="*/ 1953412 h 6858000"/>
                  <a:gd name="connsiteX262" fmla="*/ 538516 w 4543952"/>
                  <a:gd name="connsiteY262" fmla="*/ 2016468 h 6858000"/>
                  <a:gd name="connsiteX263" fmla="*/ 523657 w 4543952"/>
                  <a:gd name="connsiteY263" fmla="*/ 2094577 h 6858000"/>
                  <a:gd name="connsiteX264" fmla="*/ 500986 w 4543952"/>
                  <a:gd name="connsiteY264" fmla="*/ 2188878 h 6858000"/>
                  <a:gd name="connsiteX265" fmla="*/ 485746 w 4543952"/>
                  <a:gd name="connsiteY265" fmla="*/ 2228313 h 6858000"/>
                  <a:gd name="connsiteX266" fmla="*/ 456789 w 4543952"/>
                  <a:gd name="connsiteY266" fmla="*/ 2334043 h 6858000"/>
                  <a:gd name="connsiteX267" fmla="*/ 432404 w 4543952"/>
                  <a:gd name="connsiteY267" fmla="*/ 2409484 h 6858000"/>
                  <a:gd name="connsiteX268" fmla="*/ 415303 w 4543952"/>
                  <a:gd name="connsiteY268" fmla="*/ 2435912 h 6858000"/>
                  <a:gd name="connsiteX269" fmla="*/ 415303 w 4543952"/>
                  <a:gd name="connsiteY269" fmla="*/ 2435912 h 6858000"/>
                  <a:gd name="connsiteX270" fmla="*/ 415303 w 4543952"/>
                  <a:gd name="connsiteY270" fmla="*/ 2435912 h 6858000"/>
                  <a:gd name="connsiteX271" fmla="*/ 414227 w 4543952"/>
                  <a:gd name="connsiteY271" fmla="*/ 2440915 h 6858000"/>
                  <a:gd name="connsiteX272" fmla="*/ 409472 w 4543952"/>
                  <a:gd name="connsiteY272" fmla="*/ 2463016 h 6858000"/>
                  <a:gd name="connsiteX273" fmla="*/ 409472 w 4543952"/>
                  <a:gd name="connsiteY273" fmla="*/ 2463017 h 6858000"/>
                  <a:gd name="connsiteX274" fmla="*/ 411535 w 4543952"/>
                  <a:gd name="connsiteY274" fmla="*/ 2490550 h 6858000"/>
                  <a:gd name="connsiteX275" fmla="*/ 418115 w 4543952"/>
                  <a:gd name="connsiteY275" fmla="*/ 2518261 h 6858000"/>
                  <a:gd name="connsiteX276" fmla="*/ 418115 w 4543952"/>
                  <a:gd name="connsiteY276" fmla="*/ 2518264 h 6858000"/>
                  <a:gd name="connsiteX277" fmla="*/ 421759 w 4543952"/>
                  <a:gd name="connsiteY277" fmla="*/ 2545006 h 6858000"/>
                  <a:gd name="connsiteX278" fmla="*/ 417545 w 4543952"/>
                  <a:gd name="connsiteY278" fmla="*/ 2571033 h 6858000"/>
                  <a:gd name="connsiteX279" fmla="*/ 344391 w 4543952"/>
                  <a:gd name="connsiteY279" fmla="*/ 2668000 h 6858000"/>
                  <a:gd name="connsiteX280" fmla="*/ 296001 w 4543952"/>
                  <a:gd name="connsiteY280" fmla="*/ 2745347 h 6858000"/>
                  <a:gd name="connsiteX281" fmla="*/ 296001 w 4543952"/>
                  <a:gd name="connsiteY281" fmla="*/ 2745348 h 6858000"/>
                  <a:gd name="connsiteX282" fmla="*/ 344391 w 4543952"/>
                  <a:gd name="connsiteY282" fmla="*/ 2668001 h 6858000"/>
                  <a:gd name="connsiteX283" fmla="*/ 417545 w 4543952"/>
                  <a:gd name="connsiteY283" fmla="*/ 2571034 h 6858000"/>
                  <a:gd name="connsiteX284" fmla="*/ 421760 w 4543952"/>
                  <a:gd name="connsiteY284" fmla="*/ 2545006 h 6858000"/>
                  <a:gd name="connsiteX285" fmla="*/ 421759 w 4543952"/>
                  <a:gd name="connsiteY285" fmla="*/ 2545006 h 6858000"/>
                  <a:gd name="connsiteX286" fmla="*/ 421760 w 4543952"/>
                  <a:gd name="connsiteY286" fmla="*/ 2545005 h 6858000"/>
                  <a:gd name="connsiteX287" fmla="*/ 418115 w 4543952"/>
                  <a:gd name="connsiteY287" fmla="*/ 2518263 h 6858000"/>
                  <a:gd name="connsiteX288" fmla="*/ 418115 w 4543952"/>
                  <a:gd name="connsiteY288" fmla="*/ 2518261 h 6858000"/>
                  <a:gd name="connsiteX289" fmla="*/ 409472 w 4543952"/>
                  <a:gd name="connsiteY289" fmla="*/ 2463017 h 6858000"/>
                  <a:gd name="connsiteX290" fmla="*/ 414227 w 4543952"/>
                  <a:gd name="connsiteY290" fmla="*/ 2440915 h 6858000"/>
                  <a:gd name="connsiteX291" fmla="*/ 415303 w 4543952"/>
                  <a:gd name="connsiteY291" fmla="*/ 2435912 h 6858000"/>
                  <a:gd name="connsiteX292" fmla="*/ 432404 w 4543952"/>
                  <a:gd name="connsiteY292" fmla="*/ 2409485 h 6858000"/>
                  <a:gd name="connsiteX293" fmla="*/ 456789 w 4543952"/>
                  <a:gd name="connsiteY293" fmla="*/ 2334044 h 6858000"/>
                  <a:gd name="connsiteX294" fmla="*/ 485746 w 4543952"/>
                  <a:gd name="connsiteY294" fmla="*/ 2228314 h 6858000"/>
                  <a:gd name="connsiteX295" fmla="*/ 500986 w 4543952"/>
                  <a:gd name="connsiteY295" fmla="*/ 2188879 h 6858000"/>
                  <a:gd name="connsiteX296" fmla="*/ 523657 w 4543952"/>
                  <a:gd name="connsiteY296" fmla="*/ 2094578 h 6858000"/>
                  <a:gd name="connsiteX297" fmla="*/ 538516 w 4543952"/>
                  <a:gd name="connsiteY297" fmla="*/ 2016469 h 6858000"/>
                  <a:gd name="connsiteX298" fmla="*/ 584999 w 4543952"/>
                  <a:gd name="connsiteY298" fmla="*/ 1953413 h 6858000"/>
                  <a:gd name="connsiteX299" fmla="*/ 609004 w 4543952"/>
                  <a:gd name="connsiteY299" fmla="*/ 1933219 h 6858000"/>
                  <a:gd name="connsiteX300" fmla="*/ 624434 w 4543952"/>
                  <a:gd name="connsiteY300" fmla="*/ 1916454 h 6858000"/>
                  <a:gd name="connsiteX301" fmla="*/ 714925 w 4543952"/>
                  <a:gd name="connsiteY301" fmla="*/ 1842158 h 6858000"/>
                  <a:gd name="connsiteX302" fmla="*/ 722546 w 4543952"/>
                  <a:gd name="connsiteY302" fmla="*/ 1833775 h 6858000"/>
                  <a:gd name="connsiteX303" fmla="*/ 764267 w 4543952"/>
                  <a:gd name="connsiteY303" fmla="*/ 1733188 h 6858000"/>
                  <a:gd name="connsiteX304" fmla="*/ 786936 w 4543952"/>
                  <a:gd name="connsiteY304" fmla="*/ 1697753 h 6858000"/>
                  <a:gd name="connsiteX305" fmla="*/ 843517 w 4543952"/>
                  <a:gd name="connsiteY305" fmla="*/ 1624980 h 6858000"/>
                  <a:gd name="connsiteX306" fmla="*/ 845422 w 4543952"/>
                  <a:gd name="connsiteY306" fmla="*/ 1596213 h 6858000"/>
                  <a:gd name="connsiteX307" fmla="*/ 798723 w 4543952"/>
                  <a:gd name="connsiteY307" fmla="*/ 1459072 h 6858000"/>
                  <a:gd name="connsiteX308" fmla="*/ 807941 w 4543952"/>
                  <a:gd name="connsiteY308" fmla="*/ 1481571 h 6858000"/>
                  <a:gd name="connsiteX309" fmla="*/ 798724 w 4543952"/>
                  <a:gd name="connsiteY309" fmla="*/ 1459073 h 6858000"/>
                  <a:gd name="connsiteX310" fmla="*/ 779530 w 4543952"/>
                  <a:gd name="connsiteY310" fmla="*/ 1268757 h 6858000"/>
                  <a:gd name="connsiteX311" fmla="*/ 774363 w 4543952"/>
                  <a:gd name="connsiteY311" fmla="*/ 1286068 h 6858000"/>
                  <a:gd name="connsiteX312" fmla="*/ 752025 w 4543952"/>
                  <a:gd name="connsiteY312" fmla="*/ 1350626 h 6858000"/>
                  <a:gd name="connsiteX313" fmla="*/ 757620 w 4543952"/>
                  <a:gd name="connsiteY313" fmla="*/ 1413839 h 6858000"/>
                  <a:gd name="connsiteX314" fmla="*/ 752026 w 4543952"/>
                  <a:gd name="connsiteY314" fmla="*/ 1350627 h 6858000"/>
                  <a:gd name="connsiteX315" fmla="*/ 774363 w 4543952"/>
                  <a:gd name="connsiteY315" fmla="*/ 1286069 h 6858000"/>
                  <a:gd name="connsiteX316" fmla="*/ 779530 w 4543952"/>
                  <a:gd name="connsiteY316" fmla="*/ 1268757 h 6858000"/>
                  <a:gd name="connsiteX317" fmla="*/ 837801 w 4543952"/>
                  <a:gd name="connsiteY317" fmla="*/ 773034 h 6858000"/>
                  <a:gd name="connsiteX318" fmla="*/ 829801 w 4543952"/>
                  <a:gd name="connsiteY318" fmla="*/ 854378 h 6858000"/>
                  <a:gd name="connsiteX319" fmla="*/ 798747 w 4543952"/>
                  <a:gd name="connsiteY319" fmla="*/ 915342 h 6858000"/>
                  <a:gd name="connsiteX320" fmla="*/ 788269 w 4543952"/>
                  <a:gd name="connsiteY320" fmla="*/ 927154 h 6858000"/>
                  <a:gd name="connsiteX321" fmla="*/ 791889 w 4543952"/>
                  <a:gd name="connsiteY321" fmla="*/ 1097086 h 6858000"/>
                  <a:gd name="connsiteX322" fmla="*/ 796271 w 4543952"/>
                  <a:gd name="connsiteY322" fmla="*/ 1123184 h 6858000"/>
                  <a:gd name="connsiteX323" fmla="*/ 771553 w 4543952"/>
                  <a:gd name="connsiteY323" fmla="*/ 1184028 h 6858000"/>
                  <a:gd name="connsiteX324" fmla="*/ 796272 w 4543952"/>
                  <a:gd name="connsiteY324" fmla="*/ 1123185 h 6858000"/>
                  <a:gd name="connsiteX325" fmla="*/ 791890 w 4543952"/>
                  <a:gd name="connsiteY325" fmla="*/ 1097087 h 6858000"/>
                  <a:gd name="connsiteX326" fmla="*/ 788270 w 4543952"/>
                  <a:gd name="connsiteY326" fmla="*/ 927155 h 6858000"/>
                  <a:gd name="connsiteX327" fmla="*/ 798748 w 4543952"/>
                  <a:gd name="connsiteY327" fmla="*/ 915343 h 6858000"/>
                  <a:gd name="connsiteX328" fmla="*/ 829801 w 4543952"/>
                  <a:gd name="connsiteY328" fmla="*/ 854379 h 6858000"/>
                  <a:gd name="connsiteX329" fmla="*/ 837801 w 4543952"/>
                  <a:gd name="connsiteY329" fmla="*/ 773035 h 6858000"/>
                  <a:gd name="connsiteX330" fmla="*/ 782400 w 4543952"/>
                  <a:gd name="connsiteY330" fmla="*/ 517850 h 6858000"/>
                  <a:gd name="connsiteX331" fmla="*/ 791317 w 4543952"/>
                  <a:gd name="connsiteY331" fmla="*/ 556046 h 6858000"/>
                  <a:gd name="connsiteX332" fmla="*/ 797795 w 4543952"/>
                  <a:gd name="connsiteY332" fmla="*/ 580049 h 6858000"/>
                  <a:gd name="connsiteX333" fmla="*/ 801176 w 4543952"/>
                  <a:gd name="connsiteY333" fmla="*/ 642536 h 6858000"/>
                  <a:gd name="connsiteX334" fmla="*/ 813700 w 4543952"/>
                  <a:gd name="connsiteY334" fmla="*/ 694927 h 6858000"/>
                  <a:gd name="connsiteX335" fmla="*/ 801177 w 4543952"/>
                  <a:gd name="connsiteY335" fmla="*/ 642537 h 6858000"/>
                  <a:gd name="connsiteX336" fmla="*/ 797796 w 4543952"/>
                  <a:gd name="connsiteY336" fmla="*/ 580050 h 6858000"/>
                  <a:gd name="connsiteX337" fmla="*/ 791318 w 4543952"/>
                  <a:gd name="connsiteY337" fmla="*/ 556047 h 6858000"/>
                  <a:gd name="connsiteX338" fmla="*/ 783887 w 4543952"/>
                  <a:gd name="connsiteY338" fmla="*/ 313532 h 6858000"/>
                  <a:gd name="connsiteX339" fmla="*/ 786245 w 4543952"/>
                  <a:gd name="connsiteY339" fmla="*/ 324057 h 6858000"/>
                  <a:gd name="connsiteX340" fmla="*/ 784459 w 4543952"/>
                  <a:gd name="connsiteY340" fmla="*/ 338869 h 6858000"/>
                  <a:gd name="connsiteX341" fmla="*/ 784454 w 4543952"/>
                  <a:gd name="connsiteY341" fmla="*/ 338897 h 6858000"/>
                  <a:gd name="connsiteX342" fmla="*/ 778363 w 4543952"/>
                  <a:gd name="connsiteY342" fmla="*/ 367327 h 6858000"/>
                  <a:gd name="connsiteX343" fmla="*/ 774553 w 4543952"/>
                  <a:gd name="connsiteY343" fmla="*/ 395639 h 6858000"/>
                  <a:gd name="connsiteX344" fmla="*/ 784454 w 4543952"/>
                  <a:gd name="connsiteY344" fmla="*/ 338897 h 6858000"/>
                  <a:gd name="connsiteX345" fmla="*/ 784460 w 4543952"/>
                  <a:gd name="connsiteY345" fmla="*/ 338870 h 6858000"/>
                  <a:gd name="connsiteX346" fmla="*/ 783888 w 4543952"/>
                  <a:gd name="connsiteY346" fmla="*/ 313533 h 6858000"/>
                  <a:gd name="connsiteX347" fmla="*/ 761560 w 4543952"/>
                  <a:gd name="connsiteY347" fmla="*/ 281567 h 6858000"/>
                  <a:gd name="connsiteX348" fmla="*/ 766454 w 4543952"/>
                  <a:gd name="connsiteY348" fmla="*/ 295414 h 6858000"/>
                  <a:gd name="connsiteX349" fmla="*/ 766455 w 4543952"/>
                  <a:gd name="connsiteY349" fmla="*/ 295414 h 6858000"/>
                  <a:gd name="connsiteX350" fmla="*/ 774880 w 4543952"/>
                  <a:gd name="connsiteY350" fmla="*/ 24485 h 6858000"/>
                  <a:gd name="connsiteX351" fmla="*/ 777142 w 4543952"/>
                  <a:gd name="connsiteY351" fmla="*/ 74128 h 6858000"/>
                  <a:gd name="connsiteX352" fmla="*/ 767023 w 4543952"/>
                  <a:gd name="connsiteY352" fmla="*/ 151568 h 6858000"/>
                  <a:gd name="connsiteX353" fmla="*/ 766824 w 4543952"/>
                  <a:gd name="connsiteY353" fmla="*/ 153387 h 6858000"/>
                  <a:gd name="connsiteX354" fmla="*/ 763010 w 4543952"/>
                  <a:gd name="connsiteY354" fmla="*/ 177270 h 6858000"/>
                  <a:gd name="connsiteX355" fmla="*/ 758551 w 4543952"/>
                  <a:gd name="connsiteY355" fmla="*/ 228943 h 6858000"/>
                  <a:gd name="connsiteX356" fmla="*/ 766824 w 4543952"/>
                  <a:gd name="connsiteY356" fmla="*/ 153387 h 6858000"/>
                  <a:gd name="connsiteX357" fmla="*/ 771220 w 4543952"/>
                  <a:gd name="connsiteY357" fmla="*/ 125860 h 6858000"/>
                  <a:gd name="connsiteX358" fmla="*/ 777143 w 4543952"/>
                  <a:gd name="connsiteY358" fmla="*/ 74128 h 6858000"/>
                  <a:gd name="connsiteX359" fmla="*/ 313354 w 4543952"/>
                  <a:gd name="connsiteY359" fmla="*/ 0 h 6858000"/>
                  <a:gd name="connsiteX360" fmla="*/ 777461 w 4543952"/>
                  <a:gd name="connsiteY360" fmla="*/ 0 h 6858000"/>
                  <a:gd name="connsiteX361" fmla="*/ 774743 w 4543952"/>
                  <a:gd name="connsiteY361" fmla="*/ 21485 h 6858000"/>
                  <a:gd name="connsiteX362" fmla="*/ 777461 w 4543952"/>
                  <a:gd name="connsiteY362" fmla="*/ 0 h 6858000"/>
                  <a:gd name="connsiteX363" fmla="*/ 4543952 w 4543952"/>
                  <a:gd name="connsiteY363" fmla="*/ 1 h 6858000"/>
                  <a:gd name="connsiteX364" fmla="*/ 4543952 w 4543952"/>
                  <a:gd name="connsiteY364" fmla="*/ 6858000 h 6858000"/>
                  <a:gd name="connsiteX365" fmla="*/ 284400 w 4543952"/>
                  <a:gd name="connsiteY365" fmla="*/ 6858000 h 6858000"/>
                  <a:gd name="connsiteX366" fmla="*/ 112147 w 4543952"/>
                  <a:gd name="connsiteY366" fmla="*/ 6858000 h 6858000"/>
                  <a:gd name="connsiteX367" fmla="*/ 102447 w 4543952"/>
                  <a:gd name="connsiteY367" fmla="*/ 6815515 h 6858000"/>
                  <a:gd name="connsiteX368" fmla="*/ 83396 w 4543952"/>
                  <a:gd name="connsiteY368" fmla="*/ 6748457 h 6858000"/>
                  <a:gd name="connsiteX369" fmla="*/ 61870 w 4543952"/>
                  <a:gd name="connsiteY369" fmla="*/ 6584811 h 6858000"/>
                  <a:gd name="connsiteX370" fmla="*/ 41105 w 4543952"/>
                  <a:gd name="connsiteY370" fmla="*/ 6415832 h 6858000"/>
                  <a:gd name="connsiteX371" fmla="*/ 34247 w 4543952"/>
                  <a:gd name="connsiteY371" fmla="*/ 6323057 h 6858000"/>
                  <a:gd name="connsiteX372" fmla="*/ 23386 w 4543952"/>
                  <a:gd name="connsiteY372" fmla="*/ 6242092 h 6858000"/>
                  <a:gd name="connsiteX373" fmla="*/ 16528 w 4543952"/>
                  <a:gd name="connsiteY373" fmla="*/ 6171604 h 6858000"/>
                  <a:gd name="connsiteX374" fmla="*/ 2622 w 4543952"/>
                  <a:gd name="connsiteY374" fmla="*/ 6059396 h 6858000"/>
                  <a:gd name="connsiteX375" fmla="*/ 0 w 4543952"/>
                  <a:gd name="connsiteY375" fmla="*/ 6041768 h 6858000"/>
                  <a:gd name="connsiteX376" fmla="*/ 0 w 4543952"/>
                  <a:gd name="connsiteY376" fmla="*/ 6000936 h 6858000"/>
                  <a:gd name="connsiteX377" fmla="*/ 3670 w 4543952"/>
                  <a:gd name="connsiteY377" fmla="*/ 5957594 h 6858000"/>
                  <a:gd name="connsiteX378" fmla="*/ 0 w 4543952"/>
                  <a:gd name="connsiteY378" fmla="*/ 5912510 h 6858000"/>
                  <a:gd name="connsiteX379" fmla="*/ 0 w 4543952"/>
                  <a:gd name="connsiteY379" fmla="*/ 5886400 h 6858000"/>
                  <a:gd name="connsiteX380" fmla="*/ 1098 w 4543952"/>
                  <a:gd name="connsiteY380" fmla="*/ 5864317 h 6858000"/>
                  <a:gd name="connsiteX381" fmla="*/ 24720 w 4543952"/>
                  <a:gd name="connsiteY381" fmla="*/ 5790591 h 6858000"/>
                  <a:gd name="connsiteX382" fmla="*/ 26434 w 4543952"/>
                  <a:gd name="connsiteY382" fmla="*/ 5781829 h 6858000"/>
                  <a:gd name="connsiteX383" fmla="*/ 35771 w 4543952"/>
                  <a:gd name="connsiteY383" fmla="*/ 5733439 h 6858000"/>
                  <a:gd name="connsiteX384" fmla="*/ 38819 w 4543952"/>
                  <a:gd name="connsiteY384" fmla="*/ 5706958 h 6858000"/>
                  <a:gd name="connsiteX385" fmla="*/ 58250 w 4543952"/>
                  <a:gd name="connsiteY385" fmla="*/ 5606371 h 6858000"/>
                  <a:gd name="connsiteX386" fmla="*/ 67394 w 4543952"/>
                  <a:gd name="connsiteY386" fmla="*/ 5548459 h 6858000"/>
                  <a:gd name="connsiteX387" fmla="*/ 66060 w 4543952"/>
                  <a:gd name="connsiteY387" fmla="*/ 5501593 h 6858000"/>
                  <a:gd name="connsiteX388" fmla="*/ 64346 w 4543952"/>
                  <a:gd name="connsiteY388" fmla="*/ 5419294 h 6858000"/>
                  <a:gd name="connsiteX389" fmla="*/ 59964 w 4543952"/>
                  <a:gd name="connsiteY389" fmla="*/ 5393004 h 6858000"/>
                  <a:gd name="connsiteX390" fmla="*/ 72538 w 4543952"/>
                  <a:gd name="connsiteY390" fmla="*/ 5274128 h 6858000"/>
                  <a:gd name="connsiteX391" fmla="*/ 73490 w 4543952"/>
                  <a:gd name="connsiteY391" fmla="*/ 5206307 h 6858000"/>
                  <a:gd name="connsiteX392" fmla="*/ 89113 w 4543952"/>
                  <a:gd name="connsiteY392" fmla="*/ 5129915 h 6858000"/>
                  <a:gd name="connsiteX393" fmla="*/ 88351 w 4543952"/>
                  <a:gd name="connsiteY393" fmla="*/ 5107626 h 6858000"/>
                  <a:gd name="connsiteX394" fmla="*/ 87016 w 4543952"/>
                  <a:gd name="connsiteY394" fmla="*/ 5082669 h 6858000"/>
                  <a:gd name="connsiteX395" fmla="*/ 85872 w 4543952"/>
                  <a:gd name="connsiteY395" fmla="*/ 5006085 h 6858000"/>
                  <a:gd name="connsiteX396" fmla="*/ 80158 w 4543952"/>
                  <a:gd name="connsiteY396" fmla="*/ 4959601 h 6858000"/>
                  <a:gd name="connsiteX397" fmla="*/ 83586 w 4543952"/>
                  <a:gd name="connsiteY397" fmla="*/ 4871018 h 6858000"/>
                  <a:gd name="connsiteX398" fmla="*/ 78634 w 4543952"/>
                  <a:gd name="connsiteY398" fmla="*/ 4838249 h 6858000"/>
                  <a:gd name="connsiteX399" fmla="*/ 78062 w 4543952"/>
                  <a:gd name="connsiteY399" fmla="*/ 4755380 h 6858000"/>
                  <a:gd name="connsiteX400" fmla="*/ 80920 w 4543952"/>
                  <a:gd name="connsiteY400" fmla="*/ 4681082 h 6858000"/>
                  <a:gd name="connsiteX401" fmla="*/ 79396 w 4543952"/>
                  <a:gd name="connsiteY401" fmla="*/ 4609451 h 6858000"/>
                  <a:gd name="connsiteX402" fmla="*/ 73110 w 4543952"/>
                  <a:gd name="connsiteY402" fmla="*/ 4558206 h 6858000"/>
                  <a:gd name="connsiteX403" fmla="*/ 69300 w 4543952"/>
                  <a:gd name="connsiteY403" fmla="*/ 4502578 h 6858000"/>
                  <a:gd name="connsiteX404" fmla="*/ 46629 w 4543952"/>
                  <a:gd name="connsiteY404" fmla="*/ 4349221 h 6858000"/>
                  <a:gd name="connsiteX405" fmla="*/ 52153 w 4543952"/>
                  <a:gd name="connsiteY405" fmla="*/ 4320836 h 6858000"/>
                  <a:gd name="connsiteX406" fmla="*/ 57297 w 4543952"/>
                  <a:gd name="connsiteY406" fmla="*/ 4159666 h 6858000"/>
                  <a:gd name="connsiteX407" fmla="*/ 56915 w 4543952"/>
                  <a:gd name="connsiteY407" fmla="*/ 4124613 h 6858000"/>
                  <a:gd name="connsiteX408" fmla="*/ 79396 w 4543952"/>
                  <a:gd name="connsiteY408" fmla="*/ 4030502 h 6858000"/>
                  <a:gd name="connsiteX409" fmla="*/ 43771 w 4543952"/>
                  <a:gd name="connsiteY409" fmla="*/ 3885337 h 6858000"/>
                  <a:gd name="connsiteX410" fmla="*/ 426 w 4543952"/>
                  <a:gd name="connsiteY410" fmla="*/ 3786776 h 6858000"/>
                  <a:gd name="connsiteX411" fmla="*/ 0 w 4543952"/>
                  <a:gd name="connsiteY411" fmla="*/ 3773896 h 6858000"/>
                  <a:gd name="connsiteX412" fmla="*/ 0 w 4543952"/>
                  <a:gd name="connsiteY412" fmla="*/ 3393881 h 6858000"/>
                  <a:gd name="connsiteX413" fmla="*/ 11838 w 4543952"/>
                  <a:gd name="connsiteY413" fmla="*/ 3359515 h 6858000"/>
                  <a:gd name="connsiteX414" fmla="*/ 12910 w 4543952"/>
                  <a:gd name="connsiteY414" fmla="*/ 3318770 h 6858000"/>
                  <a:gd name="connsiteX415" fmla="*/ 6718 w 4543952"/>
                  <a:gd name="connsiteY415" fmla="*/ 3304078 h 6858000"/>
                  <a:gd name="connsiteX416" fmla="*/ 0 w 4543952"/>
                  <a:gd name="connsiteY416" fmla="*/ 3297656 h 6858000"/>
                  <a:gd name="connsiteX417" fmla="*/ 0 w 4543952"/>
                  <a:gd name="connsiteY417" fmla="*/ 3207866 h 6858000"/>
                  <a:gd name="connsiteX418" fmla="*/ 15553 w 4543952"/>
                  <a:gd name="connsiteY418" fmla="*/ 3186770 h 6858000"/>
                  <a:gd name="connsiteX419" fmla="*/ 36341 w 4543952"/>
                  <a:gd name="connsiteY419" fmla="*/ 3107499 h 6858000"/>
                  <a:gd name="connsiteX420" fmla="*/ 38057 w 4543952"/>
                  <a:gd name="connsiteY420" fmla="*/ 3042727 h 6858000"/>
                  <a:gd name="connsiteX421" fmla="*/ 54249 w 4543952"/>
                  <a:gd name="connsiteY421" fmla="*/ 2901942 h 6858000"/>
                  <a:gd name="connsiteX422" fmla="*/ 77300 w 4543952"/>
                  <a:gd name="connsiteY422" fmla="*/ 2809929 h 6858000"/>
                  <a:gd name="connsiteX423" fmla="*/ 103399 w 4543952"/>
                  <a:gd name="connsiteY423" fmla="*/ 2743825 h 6858000"/>
                  <a:gd name="connsiteX424" fmla="*/ 137500 w 4543952"/>
                  <a:gd name="connsiteY424" fmla="*/ 2649142 h 6858000"/>
                  <a:gd name="connsiteX425" fmla="*/ 155217 w 4543952"/>
                  <a:gd name="connsiteY425" fmla="*/ 2554078 h 6858000"/>
                  <a:gd name="connsiteX426" fmla="*/ 177507 w 4543952"/>
                  <a:gd name="connsiteY426" fmla="*/ 2485306 h 6858000"/>
                  <a:gd name="connsiteX427" fmla="*/ 192748 w 4543952"/>
                  <a:gd name="connsiteY427" fmla="*/ 2401291 h 6858000"/>
                  <a:gd name="connsiteX428" fmla="*/ 193318 w 4543952"/>
                  <a:gd name="connsiteY428" fmla="*/ 2330805 h 6858000"/>
                  <a:gd name="connsiteX429" fmla="*/ 190652 w 4543952"/>
                  <a:gd name="connsiteY429" fmla="*/ 2220311 h 6858000"/>
                  <a:gd name="connsiteX430" fmla="*/ 236753 w 4543952"/>
                  <a:gd name="connsiteY430" fmla="*/ 2085053 h 6858000"/>
                  <a:gd name="connsiteX431" fmla="*/ 247042 w 4543952"/>
                  <a:gd name="connsiteY431" fmla="*/ 2030377 h 6858000"/>
                  <a:gd name="connsiteX432" fmla="*/ 251804 w 4543952"/>
                  <a:gd name="connsiteY432" fmla="*/ 1978939 h 6858000"/>
                  <a:gd name="connsiteX433" fmla="*/ 282475 w 4543952"/>
                  <a:gd name="connsiteY433" fmla="*/ 1869779 h 6858000"/>
                  <a:gd name="connsiteX434" fmla="*/ 292573 w 4543952"/>
                  <a:gd name="connsiteY434" fmla="*/ 1825392 h 6858000"/>
                  <a:gd name="connsiteX435" fmla="*/ 292381 w 4543952"/>
                  <a:gd name="connsiteY435" fmla="*/ 1763286 h 6858000"/>
                  <a:gd name="connsiteX436" fmla="*/ 306480 w 4543952"/>
                  <a:gd name="connsiteY436" fmla="*/ 1650316 h 6858000"/>
                  <a:gd name="connsiteX437" fmla="*/ 347629 w 4543952"/>
                  <a:gd name="connsiteY437" fmla="*/ 1537536 h 6858000"/>
                  <a:gd name="connsiteX438" fmla="*/ 343629 w 4543952"/>
                  <a:gd name="connsiteY438" fmla="*/ 1489719 h 6858000"/>
                  <a:gd name="connsiteX439" fmla="*/ 344581 w 4543952"/>
                  <a:gd name="connsiteY439" fmla="*/ 1472574 h 6858000"/>
                  <a:gd name="connsiteX440" fmla="*/ 367252 w 4543952"/>
                  <a:gd name="connsiteY440" fmla="*/ 1318455 h 6858000"/>
                  <a:gd name="connsiteX441" fmla="*/ 369728 w 4543952"/>
                  <a:gd name="connsiteY441" fmla="*/ 1303023 h 6858000"/>
                  <a:gd name="connsiteX442" fmla="*/ 389921 w 4543952"/>
                  <a:gd name="connsiteY442" fmla="*/ 1230632 h 6858000"/>
                  <a:gd name="connsiteX443" fmla="*/ 402495 w 4543952"/>
                  <a:gd name="connsiteY443" fmla="*/ 1048124 h 6858000"/>
                  <a:gd name="connsiteX444" fmla="*/ 404019 w 4543952"/>
                  <a:gd name="connsiteY444" fmla="*/ 1036886 h 6858000"/>
                  <a:gd name="connsiteX445" fmla="*/ 393923 w 4543952"/>
                  <a:gd name="connsiteY445" fmla="*/ 975732 h 6858000"/>
                  <a:gd name="connsiteX446" fmla="*/ 379634 w 4543952"/>
                  <a:gd name="connsiteY446" fmla="*/ 945443 h 6858000"/>
                  <a:gd name="connsiteX447" fmla="*/ 364774 w 4543952"/>
                  <a:gd name="connsiteY447" fmla="*/ 898197 h 6858000"/>
                  <a:gd name="connsiteX448" fmla="*/ 359250 w 4543952"/>
                  <a:gd name="connsiteY448" fmla="*/ 850188 h 6858000"/>
                  <a:gd name="connsiteX449" fmla="*/ 381730 w 4543952"/>
                  <a:gd name="connsiteY449" fmla="*/ 769604 h 6858000"/>
                  <a:gd name="connsiteX450" fmla="*/ 384016 w 4543952"/>
                  <a:gd name="connsiteY450" fmla="*/ 740267 h 6858000"/>
                  <a:gd name="connsiteX451" fmla="*/ 394875 w 4543952"/>
                  <a:gd name="connsiteY451" fmla="*/ 674922 h 6858000"/>
                  <a:gd name="connsiteX452" fmla="*/ 394113 w 4543952"/>
                  <a:gd name="connsiteY452" fmla="*/ 617771 h 6858000"/>
                  <a:gd name="connsiteX453" fmla="*/ 376776 w 4543952"/>
                  <a:gd name="connsiteY453" fmla="*/ 571859 h 6858000"/>
                  <a:gd name="connsiteX454" fmla="*/ 373348 w 4543952"/>
                  <a:gd name="connsiteY454" fmla="*/ 505181 h 6858000"/>
                  <a:gd name="connsiteX455" fmla="*/ 385920 w 4543952"/>
                  <a:gd name="connsiteY455" fmla="*/ 462125 h 6858000"/>
                  <a:gd name="connsiteX456" fmla="*/ 387634 w 4543952"/>
                  <a:gd name="connsiteY456" fmla="*/ 453363 h 6858000"/>
                  <a:gd name="connsiteX457" fmla="*/ 388399 w 4543952"/>
                  <a:gd name="connsiteY457" fmla="*/ 340773 h 6858000"/>
                  <a:gd name="connsiteX458" fmla="*/ 350487 w 4543952"/>
                  <a:gd name="connsiteY458" fmla="*/ 200181 h 6858000"/>
                  <a:gd name="connsiteX459" fmla="*/ 342485 w 4543952"/>
                  <a:gd name="connsiteY459" fmla="*/ 176938 h 6858000"/>
                  <a:gd name="connsiteX460" fmla="*/ 328579 w 4543952"/>
                  <a:gd name="connsiteY460" fmla="*/ 63586 h 6858000"/>
                  <a:gd name="connsiteX461" fmla="*/ 314480 w 4543952"/>
                  <a:gd name="connsiteY461" fmla="*/ 2816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</a:cxnLst>
                <a:rect l="l" t="t" r="r" b="b"/>
                <a:pathLst>
                  <a:path w="4543952" h="6858000">
                    <a:moveTo>
                      <a:pt x="328959" y="6564619"/>
                    </a:moveTo>
                    <a:lnTo>
                      <a:pt x="306480" y="6588624"/>
                    </a:lnTo>
                    <a:cubicBezTo>
                      <a:pt x="298003" y="6597577"/>
                      <a:pt x="291954" y="6611341"/>
                      <a:pt x="289858" y="6625223"/>
                    </a:cubicBezTo>
                    <a:lnTo>
                      <a:pt x="289858" y="6625224"/>
                    </a:lnTo>
                    <a:lnTo>
                      <a:pt x="289870" y="6645551"/>
                    </a:lnTo>
                    <a:lnTo>
                      <a:pt x="296953" y="6662539"/>
                    </a:lnTo>
                    <a:lnTo>
                      <a:pt x="296953" y="6662541"/>
                    </a:lnTo>
                    <a:lnTo>
                      <a:pt x="296954" y="6662543"/>
                    </a:lnTo>
                    <a:lnTo>
                      <a:pt x="311551" y="6702975"/>
                    </a:lnTo>
                    <a:lnTo>
                      <a:pt x="297715" y="6742551"/>
                    </a:lnTo>
                    <a:lnTo>
                      <a:pt x="297714" y="6742554"/>
                    </a:lnTo>
                    <a:lnTo>
                      <a:pt x="283011" y="6776799"/>
                    </a:lnTo>
                    <a:lnTo>
                      <a:pt x="278238" y="6812061"/>
                    </a:lnTo>
                    <a:lnTo>
                      <a:pt x="278237" y="6812062"/>
                    </a:lnTo>
                    <a:lnTo>
                      <a:pt x="278237" y="6812063"/>
                    </a:lnTo>
                    <a:lnTo>
                      <a:pt x="278238" y="6812061"/>
                    </a:lnTo>
                    <a:lnTo>
                      <a:pt x="297714" y="6742554"/>
                    </a:lnTo>
                    <a:lnTo>
                      <a:pt x="297715" y="6742552"/>
                    </a:lnTo>
                    <a:cubicBezTo>
                      <a:pt x="306003" y="6729218"/>
                      <a:pt x="311147" y="6716168"/>
                      <a:pt x="311551" y="6702976"/>
                    </a:cubicBezTo>
                    <a:lnTo>
                      <a:pt x="311551" y="6702975"/>
                    </a:lnTo>
                    <a:lnTo>
                      <a:pt x="308405" y="6683026"/>
                    </a:lnTo>
                    <a:lnTo>
                      <a:pt x="296954" y="6662543"/>
                    </a:lnTo>
                    <a:lnTo>
                      <a:pt x="296953" y="6662540"/>
                    </a:lnTo>
                    <a:lnTo>
                      <a:pt x="296953" y="6662539"/>
                    </a:lnTo>
                    <a:lnTo>
                      <a:pt x="289858" y="6625224"/>
                    </a:lnTo>
                    <a:lnTo>
                      <a:pt x="306480" y="6588625"/>
                    </a:lnTo>
                    <a:cubicBezTo>
                      <a:pt x="312576" y="6582146"/>
                      <a:pt x="318672" y="6575478"/>
                      <a:pt x="328959" y="6564620"/>
                    </a:cubicBezTo>
                    <a:close/>
                    <a:moveTo>
                      <a:pt x="248638" y="6438980"/>
                    </a:moveTo>
                    <a:cubicBezTo>
                      <a:pt x="258140" y="6444076"/>
                      <a:pt x="265617" y="6451649"/>
                      <a:pt x="268569" y="6463840"/>
                    </a:cubicBezTo>
                    <a:lnTo>
                      <a:pt x="268572" y="6463848"/>
                    </a:lnTo>
                    <a:lnTo>
                      <a:pt x="279556" y="6508051"/>
                    </a:lnTo>
                    <a:lnTo>
                      <a:pt x="282367" y="6513011"/>
                    </a:lnTo>
                    <a:lnTo>
                      <a:pt x="284834" y="6521803"/>
                    </a:lnTo>
                    <a:lnTo>
                      <a:pt x="301172" y="6546194"/>
                    </a:lnTo>
                    <a:lnTo>
                      <a:pt x="301172" y="6546193"/>
                    </a:lnTo>
                    <a:lnTo>
                      <a:pt x="282367" y="6513011"/>
                    </a:lnTo>
                    <a:lnTo>
                      <a:pt x="268572" y="6463848"/>
                    </a:lnTo>
                    <a:lnTo>
                      <a:pt x="268569" y="6463839"/>
                    </a:lnTo>
                    <a:close/>
                    <a:moveTo>
                      <a:pt x="166047" y="6392242"/>
                    </a:moveTo>
                    <a:lnTo>
                      <a:pt x="173364" y="6407332"/>
                    </a:lnTo>
                    <a:lnTo>
                      <a:pt x="173364" y="6407331"/>
                    </a:lnTo>
                    <a:close/>
                    <a:moveTo>
                      <a:pt x="401733" y="4221390"/>
                    </a:moveTo>
                    <a:lnTo>
                      <a:pt x="396017" y="4253013"/>
                    </a:lnTo>
                    <a:cubicBezTo>
                      <a:pt x="383824" y="4277400"/>
                      <a:pt x="368204" y="4300069"/>
                      <a:pt x="356201" y="4324644"/>
                    </a:cubicBezTo>
                    <a:cubicBezTo>
                      <a:pt x="350487" y="4336456"/>
                      <a:pt x="347439" y="4350553"/>
                      <a:pt x="347247" y="4363889"/>
                    </a:cubicBezTo>
                    <a:lnTo>
                      <a:pt x="347247" y="4363890"/>
                    </a:lnTo>
                    <a:cubicBezTo>
                      <a:pt x="346295" y="4403325"/>
                      <a:pt x="346295" y="4442761"/>
                      <a:pt x="348009" y="4482004"/>
                    </a:cubicBezTo>
                    <a:cubicBezTo>
                      <a:pt x="350677" y="4546776"/>
                      <a:pt x="351249" y="4612500"/>
                      <a:pt x="408019" y="4659174"/>
                    </a:cubicBezTo>
                    <a:cubicBezTo>
                      <a:pt x="412591" y="4662986"/>
                      <a:pt x="415259" y="4671176"/>
                      <a:pt x="416021" y="4677655"/>
                    </a:cubicBezTo>
                    <a:cubicBezTo>
                      <a:pt x="419640" y="4707564"/>
                      <a:pt x="420022" y="4738235"/>
                      <a:pt x="425928" y="4767764"/>
                    </a:cubicBezTo>
                    <a:lnTo>
                      <a:pt x="427237" y="4800482"/>
                    </a:lnTo>
                    <a:lnTo>
                      <a:pt x="412401" y="4828915"/>
                    </a:lnTo>
                    <a:cubicBezTo>
                      <a:pt x="404115" y="4837702"/>
                      <a:pt x="397114" y="4847213"/>
                      <a:pt x="391971" y="4857316"/>
                    </a:cubicBezTo>
                    <a:lnTo>
                      <a:pt x="390221" y="4863342"/>
                    </a:lnTo>
                    <a:lnTo>
                      <a:pt x="387469" y="4867613"/>
                    </a:lnTo>
                    <a:lnTo>
                      <a:pt x="382691" y="4889274"/>
                    </a:lnTo>
                    <a:lnTo>
                      <a:pt x="382691" y="4889275"/>
                    </a:lnTo>
                    <a:cubicBezTo>
                      <a:pt x="382122" y="4896713"/>
                      <a:pt x="382634" y="4904357"/>
                      <a:pt x="384396" y="4912168"/>
                    </a:cubicBezTo>
                    <a:lnTo>
                      <a:pt x="385799" y="4933804"/>
                    </a:lnTo>
                    <a:lnTo>
                      <a:pt x="378247" y="4957452"/>
                    </a:lnTo>
                    <a:lnTo>
                      <a:pt x="360964" y="4987036"/>
                    </a:lnTo>
                    <a:cubicBezTo>
                      <a:pt x="349725" y="5003800"/>
                      <a:pt x="335627" y="5022851"/>
                      <a:pt x="334485" y="5041520"/>
                    </a:cubicBezTo>
                    <a:cubicBezTo>
                      <a:pt x="333557" y="5057380"/>
                      <a:pt x="327458" y="5072410"/>
                      <a:pt x="321371" y="5087422"/>
                    </a:cubicBezTo>
                    <a:lnTo>
                      <a:pt x="321364" y="5087449"/>
                    </a:lnTo>
                    <a:lnTo>
                      <a:pt x="315482" y="5102460"/>
                    </a:lnTo>
                    <a:lnTo>
                      <a:pt x="308338" y="5133219"/>
                    </a:lnTo>
                    <a:lnTo>
                      <a:pt x="308337" y="5133223"/>
                    </a:lnTo>
                    <a:lnTo>
                      <a:pt x="308337" y="5133224"/>
                    </a:lnTo>
                    <a:lnTo>
                      <a:pt x="315052" y="5166113"/>
                    </a:lnTo>
                    <a:lnTo>
                      <a:pt x="314362" y="5172089"/>
                    </a:lnTo>
                    <a:cubicBezTo>
                      <a:pt x="313481" y="5174399"/>
                      <a:pt x="312290" y="5176875"/>
                      <a:pt x="311814" y="5179066"/>
                    </a:cubicBezTo>
                    <a:lnTo>
                      <a:pt x="311814" y="5179067"/>
                    </a:lnTo>
                    <a:cubicBezTo>
                      <a:pt x="304574" y="5214121"/>
                      <a:pt x="311624" y="5247078"/>
                      <a:pt x="335437" y="5272796"/>
                    </a:cubicBezTo>
                    <a:lnTo>
                      <a:pt x="360397" y="5321350"/>
                    </a:lnTo>
                    <a:lnTo>
                      <a:pt x="364317" y="5355013"/>
                    </a:lnTo>
                    <a:lnTo>
                      <a:pt x="359440" y="5385383"/>
                    </a:lnTo>
                    <a:cubicBezTo>
                      <a:pt x="356201" y="5398720"/>
                      <a:pt x="353915" y="5412056"/>
                      <a:pt x="351249" y="5425581"/>
                    </a:cubicBezTo>
                    <a:cubicBezTo>
                      <a:pt x="347439" y="5443869"/>
                      <a:pt x="343437" y="5462350"/>
                      <a:pt x="339627" y="5480636"/>
                    </a:cubicBezTo>
                    <a:cubicBezTo>
                      <a:pt x="337722" y="5489496"/>
                      <a:pt x="335151" y="5498831"/>
                      <a:pt x="335103" y="5507666"/>
                    </a:cubicBezTo>
                    <a:lnTo>
                      <a:pt x="335103" y="5507667"/>
                    </a:lnTo>
                    <a:lnTo>
                      <a:pt x="337324" y="5520421"/>
                    </a:lnTo>
                    <a:lnTo>
                      <a:pt x="345722" y="5531691"/>
                    </a:lnTo>
                    <a:lnTo>
                      <a:pt x="345723" y="5531693"/>
                    </a:lnTo>
                    <a:lnTo>
                      <a:pt x="355869" y="5547577"/>
                    </a:lnTo>
                    <a:lnTo>
                      <a:pt x="346295" y="5562745"/>
                    </a:lnTo>
                    <a:cubicBezTo>
                      <a:pt x="303622" y="5600466"/>
                      <a:pt x="276951" y="5646188"/>
                      <a:pt x="275047" y="5704482"/>
                    </a:cubicBezTo>
                    <a:cubicBezTo>
                      <a:pt x="274665" y="5716484"/>
                      <a:pt x="271999" y="5728677"/>
                      <a:pt x="269141" y="5740487"/>
                    </a:cubicBezTo>
                    <a:cubicBezTo>
                      <a:pt x="267426" y="5747727"/>
                      <a:pt x="265520" y="5756492"/>
                      <a:pt x="260376" y="5760872"/>
                    </a:cubicBezTo>
                    <a:cubicBezTo>
                      <a:pt x="221133" y="5794973"/>
                      <a:pt x="193890" y="5837456"/>
                      <a:pt x="171981" y="5883750"/>
                    </a:cubicBezTo>
                    <a:lnTo>
                      <a:pt x="171979" y="5883755"/>
                    </a:lnTo>
                    <a:lnTo>
                      <a:pt x="160957" y="5909350"/>
                    </a:lnTo>
                    <a:lnTo>
                      <a:pt x="154076" y="5935945"/>
                    </a:lnTo>
                    <a:lnTo>
                      <a:pt x="154075" y="5935948"/>
                    </a:lnTo>
                    <a:lnTo>
                      <a:pt x="154075" y="5935949"/>
                    </a:lnTo>
                    <a:lnTo>
                      <a:pt x="154242" y="5964476"/>
                    </a:lnTo>
                    <a:lnTo>
                      <a:pt x="157695" y="5993289"/>
                    </a:lnTo>
                    <a:lnTo>
                      <a:pt x="157695" y="5993291"/>
                    </a:lnTo>
                    <a:cubicBezTo>
                      <a:pt x="158837" y="6004531"/>
                      <a:pt x="158647" y="6017485"/>
                      <a:pt x="164171" y="6026440"/>
                    </a:cubicBezTo>
                    <a:cubicBezTo>
                      <a:pt x="181508" y="6054825"/>
                      <a:pt x="200176" y="6082258"/>
                      <a:pt x="220371" y="6108738"/>
                    </a:cubicBezTo>
                    <a:lnTo>
                      <a:pt x="234064" y="6133314"/>
                    </a:lnTo>
                    <a:lnTo>
                      <a:pt x="218468" y="6155599"/>
                    </a:lnTo>
                    <a:lnTo>
                      <a:pt x="218465" y="6155601"/>
                    </a:lnTo>
                    <a:cubicBezTo>
                      <a:pt x="196176" y="6175796"/>
                      <a:pt x="184556" y="6200943"/>
                      <a:pt x="179794" y="6228755"/>
                    </a:cubicBezTo>
                    <a:cubicBezTo>
                      <a:pt x="172363" y="6272763"/>
                      <a:pt x="166077" y="6317150"/>
                      <a:pt x="162457" y="6361538"/>
                    </a:cubicBezTo>
                    <a:lnTo>
                      <a:pt x="162457" y="6361539"/>
                    </a:lnTo>
                    <a:lnTo>
                      <a:pt x="179794" y="6228756"/>
                    </a:lnTo>
                    <a:cubicBezTo>
                      <a:pt x="184556" y="6200944"/>
                      <a:pt x="196176" y="6175797"/>
                      <a:pt x="218465" y="6155602"/>
                    </a:cubicBezTo>
                    <a:lnTo>
                      <a:pt x="218468" y="6155599"/>
                    </a:lnTo>
                    <a:lnTo>
                      <a:pt x="230364" y="6143189"/>
                    </a:lnTo>
                    <a:lnTo>
                      <a:pt x="234064" y="6133314"/>
                    </a:lnTo>
                    <a:lnTo>
                      <a:pt x="234064" y="6133313"/>
                    </a:lnTo>
                    <a:cubicBezTo>
                      <a:pt x="233993" y="6126883"/>
                      <a:pt x="229039" y="6120073"/>
                      <a:pt x="220371" y="6108737"/>
                    </a:cubicBezTo>
                    <a:cubicBezTo>
                      <a:pt x="200176" y="6082257"/>
                      <a:pt x="181508" y="6054824"/>
                      <a:pt x="164171" y="6026439"/>
                    </a:cubicBezTo>
                    <a:cubicBezTo>
                      <a:pt x="158647" y="6017484"/>
                      <a:pt x="158837" y="6004530"/>
                      <a:pt x="157695" y="5993290"/>
                    </a:cubicBezTo>
                    <a:lnTo>
                      <a:pt x="157695" y="5993289"/>
                    </a:lnTo>
                    <a:lnTo>
                      <a:pt x="154075" y="5935949"/>
                    </a:lnTo>
                    <a:lnTo>
                      <a:pt x="154076" y="5935945"/>
                    </a:lnTo>
                    <a:lnTo>
                      <a:pt x="171979" y="5883755"/>
                    </a:lnTo>
                    <a:lnTo>
                      <a:pt x="171981" y="5883751"/>
                    </a:lnTo>
                    <a:cubicBezTo>
                      <a:pt x="193890" y="5837457"/>
                      <a:pt x="221133" y="5794974"/>
                      <a:pt x="260376" y="5760873"/>
                    </a:cubicBezTo>
                    <a:cubicBezTo>
                      <a:pt x="265520" y="5756493"/>
                      <a:pt x="267426" y="5747728"/>
                      <a:pt x="269141" y="5740488"/>
                    </a:cubicBezTo>
                    <a:cubicBezTo>
                      <a:pt x="271999" y="5728678"/>
                      <a:pt x="274665" y="5716485"/>
                      <a:pt x="275047" y="5704483"/>
                    </a:cubicBezTo>
                    <a:cubicBezTo>
                      <a:pt x="276951" y="5646189"/>
                      <a:pt x="303622" y="5600467"/>
                      <a:pt x="346295" y="5562746"/>
                    </a:cubicBezTo>
                    <a:cubicBezTo>
                      <a:pt x="352392" y="5557317"/>
                      <a:pt x="355774" y="5552507"/>
                      <a:pt x="355869" y="5547578"/>
                    </a:cubicBezTo>
                    <a:lnTo>
                      <a:pt x="355869" y="5547577"/>
                    </a:lnTo>
                    <a:cubicBezTo>
                      <a:pt x="355964" y="5542648"/>
                      <a:pt x="352773" y="5537599"/>
                      <a:pt x="345723" y="5531692"/>
                    </a:cubicBezTo>
                    <a:lnTo>
                      <a:pt x="345722" y="5531691"/>
                    </a:lnTo>
                    <a:lnTo>
                      <a:pt x="335103" y="5507667"/>
                    </a:lnTo>
                    <a:lnTo>
                      <a:pt x="339627" y="5480637"/>
                    </a:lnTo>
                    <a:cubicBezTo>
                      <a:pt x="343437" y="5462351"/>
                      <a:pt x="347439" y="5443870"/>
                      <a:pt x="351249" y="5425582"/>
                    </a:cubicBezTo>
                    <a:cubicBezTo>
                      <a:pt x="353915" y="5412057"/>
                      <a:pt x="356201" y="5398721"/>
                      <a:pt x="359440" y="5385384"/>
                    </a:cubicBezTo>
                    <a:cubicBezTo>
                      <a:pt x="361965" y="5375002"/>
                      <a:pt x="363668" y="5364882"/>
                      <a:pt x="364317" y="5355014"/>
                    </a:cubicBezTo>
                    <a:lnTo>
                      <a:pt x="364317" y="5355013"/>
                    </a:lnTo>
                    <a:lnTo>
                      <a:pt x="362870" y="5326162"/>
                    </a:lnTo>
                    <a:lnTo>
                      <a:pt x="360397" y="5321350"/>
                    </a:lnTo>
                    <a:lnTo>
                      <a:pt x="359341" y="5312287"/>
                    </a:lnTo>
                    <a:cubicBezTo>
                      <a:pt x="354789" y="5298594"/>
                      <a:pt x="347082" y="5285440"/>
                      <a:pt x="335437" y="5272795"/>
                    </a:cubicBezTo>
                    <a:cubicBezTo>
                      <a:pt x="323531" y="5259936"/>
                      <a:pt x="315815" y="5245268"/>
                      <a:pt x="311981" y="5229432"/>
                    </a:cubicBezTo>
                    <a:lnTo>
                      <a:pt x="311814" y="5179067"/>
                    </a:lnTo>
                    <a:lnTo>
                      <a:pt x="314362" y="5172090"/>
                    </a:lnTo>
                    <a:cubicBezTo>
                      <a:pt x="315243" y="5169780"/>
                      <a:pt x="315814" y="5167637"/>
                      <a:pt x="315052" y="5166113"/>
                    </a:cubicBezTo>
                    <a:lnTo>
                      <a:pt x="315052" y="5166112"/>
                    </a:lnTo>
                    <a:lnTo>
                      <a:pt x="308337" y="5133224"/>
                    </a:lnTo>
                    <a:lnTo>
                      <a:pt x="308338" y="5133219"/>
                    </a:lnTo>
                    <a:lnTo>
                      <a:pt x="321364" y="5087449"/>
                    </a:lnTo>
                    <a:lnTo>
                      <a:pt x="327270" y="5072375"/>
                    </a:lnTo>
                    <a:cubicBezTo>
                      <a:pt x="330949" y="5062299"/>
                      <a:pt x="333866" y="5052095"/>
                      <a:pt x="334485" y="5041521"/>
                    </a:cubicBezTo>
                    <a:cubicBezTo>
                      <a:pt x="335627" y="5022852"/>
                      <a:pt x="349725" y="5003801"/>
                      <a:pt x="360964" y="4987037"/>
                    </a:cubicBezTo>
                    <a:cubicBezTo>
                      <a:pt x="366751" y="4978392"/>
                      <a:pt x="372458" y="4970096"/>
                      <a:pt x="376969" y="4961455"/>
                    </a:cubicBezTo>
                    <a:lnTo>
                      <a:pt x="378247" y="4957452"/>
                    </a:lnTo>
                    <a:lnTo>
                      <a:pt x="381039" y="4952672"/>
                    </a:lnTo>
                    <a:lnTo>
                      <a:pt x="385799" y="4933804"/>
                    </a:lnTo>
                    <a:cubicBezTo>
                      <a:pt x="386468" y="4927121"/>
                      <a:pt x="386111" y="4919978"/>
                      <a:pt x="384396" y="4912167"/>
                    </a:cubicBezTo>
                    <a:lnTo>
                      <a:pt x="382691" y="4889274"/>
                    </a:lnTo>
                    <a:lnTo>
                      <a:pt x="390221" y="4863342"/>
                    </a:lnTo>
                    <a:lnTo>
                      <a:pt x="412401" y="4828916"/>
                    </a:lnTo>
                    <a:cubicBezTo>
                      <a:pt x="420784" y="4819963"/>
                      <a:pt x="425356" y="4810580"/>
                      <a:pt x="427237" y="4800483"/>
                    </a:cubicBezTo>
                    <a:lnTo>
                      <a:pt x="427237" y="4800482"/>
                    </a:lnTo>
                    <a:cubicBezTo>
                      <a:pt x="429119" y="4790385"/>
                      <a:pt x="428309" y="4779574"/>
                      <a:pt x="425928" y="4767763"/>
                    </a:cubicBezTo>
                    <a:cubicBezTo>
                      <a:pt x="420022" y="4738234"/>
                      <a:pt x="419640" y="4707563"/>
                      <a:pt x="416021" y="4677654"/>
                    </a:cubicBezTo>
                    <a:cubicBezTo>
                      <a:pt x="415259" y="4671175"/>
                      <a:pt x="412591" y="4662985"/>
                      <a:pt x="408019" y="4659173"/>
                    </a:cubicBezTo>
                    <a:cubicBezTo>
                      <a:pt x="351249" y="4612499"/>
                      <a:pt x="350677" y="4546775"/>
                      <a:pt x="348009" y="4482003"/>
                    </a:cubicBezTo>
                    <a:lnTo>
                      <a:pt x="347247" y="4363890"/>
                    </a:lnTo>
                    <a:lnTo>
                      <a:pt x="356201" y="4324645"/>
                    </a:lnTo>
                    <a:cubicBezTo>
                      <a:pt x="368204" y="4300070"/>
                      <a:pt x="383824" y="4277401"/>
                      <a:pt x="396017" y="4253014"/>
                    </a:cubicBezTo>
                    <a:cubicBezTo>
                      <a:pt x="400781" y="4243872"/>
                      <a:pt x="400971" y="4232060"/>
                      <a:pt x="401733" y="4221391"/>
                    </a:cubicBezTo>
                    <a:close/>
                    <a:moveTo>
                      <a:pt x="332842" y="2836171"/>
                    </a:moveTo>
                    <a:lnTo>
                      <a:pt x="332842" y="2836172"/>
                    </a:lnTo>
                    <a:cubicBezTo>
                      <a:pt x="336914" y="2839982"/>
                      <a:pt x="340200" y="2844316"/>
                      <a:pt x="341533" y="2848793"/>
                    </a:cubicBezTo>
                    <a:lnTo>
                      <a:pt x="358166" y="2903544"/>
                    </a:lnTo>
                    <a:lnTo>
                      <a:pt x="366072" y="2947858"/>
                    </a:lnTo>
                    <a:lnTo>
                      <a:pt x="366072" y="2947862"/>
                    </a:lnTo>
                    <a:lnTo>
                      <a:pt x="362488" y="2982147"/>
                    </a:lnTo>
                    <a:cubicBezTo>
                      <a:pt x="354392" y="3014152"/>
                      <a:pt x="350582" y="3045776"/>
                      <a:pt x="350796" y="3077400"/>
                    </a:cubicBezTo>
                    <a:lnTo>
                      <a:pt x="350796" y="3077401"/>
                    </a:lnTo>
                    <a:cubicBezTo>
                      <a:pt x="351010" y="3109025"/>
                      <a:pt x="355249" y="3140649"/>
                      <a:pt x="363250" y="3172654"/>
                    </a:cubicBezTo>
                    <a:cubicBezTo>
                      <a:pt x="389159" y="3276480"/>
                      <a:pt x="416591" y="3380305"/>
                      <a:pt x="410877" y="3489467"/>
                    </a:cubicBezTo>
                    <a:cubicBezTo>
                      <a:pt x="409925" y="3507563"/>
                      <a:pt x="421546" y="3529090"/>
                      <a:pt x="432976" y="3544713"/>
                    </a:cubicBezTo>
                    <a:cubicBezTo>
                      <a:pt x="438406" y="3552190"/>
                      <a:pt x="442585" y="3557715"/>
                      <a:pt x="445520" y="3562320"/>
                    </a:cubicBezTo>
                    <a:lnTo>
                      <a:pt x="450598" y="3574407"/>
                    </a:lnTo>
                    <a:lnTo>
                      <a:pt x="448246" y="3587173"/>
                    </a:lnTo>
                    <a:cubicBezTo>
                      <a:pt x="446228" y="3592231"/>
                      <a:pt x="442978" y="3598434"/>
                      <a:pt x="438500" y="3606816"/>
                    </a:cubicBezTo>
                    <a:cubicBezTo>
                      <a:pt x="434118" y="3614818"/>
                      <a:pt x="431452" y="3624724"/>
                      <a:pt x="424974" y="3630631"/>
                    </a:cubicBezTo>
                    <a:cubicBezTo>
                      <a:pt x="408496" y="3645681"/>
                      <a:pt x="402257" y="3662493"/>
                      <a:pt x="400733" y="3680162"/>
                    </a:cubicBezTo>
                    <a:lnTo>
                      <a:pt x="400733" y="3680163"/>
                    </a:lnTo>
                    <a:lnTo>
                      <a:pt x="404781" y="3734837"/>
                    </a:lnTo>
                    <a:lnTo>
                      <a:pt x="404399" y="3754651"/>
                    </a:lnTo>
                    <a:cubicBezTo>
                      <a:pt x="398399" y="3767129"/>
                      <a:pt x="396447" y="3778654"/>
                      <a:pt x="398042" y="3789775"/>
                    </a:cubicBezTo>
                    <a:lnTo>
                      <a:pt x="398042" y="3789776"/>
                    </a:lnTo>
                    <a:cubicBezTo>
                      <a:pt x="399638" y="3800896"/>
                      <a:pt x="404781" y="3811613"/>
                      <a:pt x="412973" y="3822472"/>
                    </a:cubicBezTo>
                    <a:lnTo>
                      <a:pt x="427308" y="3852619"/>
                    </a:lnTo>
                    <a:lnTo>
                      <a:pt x="417926" y="3885336"/>
                    </a:lnTo>
                    <a:lnTo>
                      <a:pt x="417925" y="3885337"/>
                    </a:lnTo>
                    <a:cubicBezTo>
                      <a:pt x="398494" y="3910103"/>
                      <a:pt x="388302" y="3935726"/>
                      <a:pt x="386040" y="3962158"/>
                    </a:cubicBezTo>
                    <a:lnTo>
                      <a:pt x="386040" y="3962159"/>
                    </a:lnTo>
                    <a:lnTo>
                      <a:pt x="388431" y="4002409"/>
                    </a:lnTo>
                    <a:lnTo>
                      <a:pt x="401733" y="4043837"/>
                    </a:lnTo>
                    <a:lnTo>
                      <a:pt x="401733" y="4043839"/>
                    </a:lnTo>
                    <a:lnTo>
                      <a:pt x="416855" y="4103825"/>
                    </a:lnTo>
                    <a:lnTo>
                      <a:pt x="405544" y="4165381"/>
                    </a:lnTo>
                    <a:lnTo>
                      <a:pt x="405543" y="4165382"/>
                    </a:lnTo>
                    <a:cubicBezTo>
                      <a:pt x="402114" y="4173479"/>
                      <a:pt x="401543" y="4182766"/>
                      <a:pt x="401638" y="4192386"/>
                    </a:cubicBezTo>
                    <a:lnTo>
                      <a:pt x="401638" y="4192387"/>
                    </a:lnTo>
                    <a:lnTo>
                      <a:pt x="405543" y="4165383"/>
                    </a:lnTo>
                    <a:lnTo>
                      <a:pt x="405544" y="4165381"/>
                    </a:lnTo>
                    <a:lnTo>
                      <a:pt x="414887" y="4134255"/>
                    </a:lnTo>
                    <a:lnTo>
                      <a:pt x="416855" y="4103825"/>
                    </a:lnTo>
                    <a:lnTo>
                      <a:pt x="416855" y="4103824"/>
                    </a:lnTo>
                    <a:cubicBezTo>
                      <a:pt x="415879" y="4083701"/>
                      <a:pt x="410497" y="4063841"/>
                      <a:pt x="401733" y="4043838"/>
                    </a:cubicBezTo>
                    <a:lnTo>
                      <a:pt x="401733" y="4043837"/>
                    </a:lnTo>
                    <a:lnTo>
                      <a:pt x="386040" y="3962159"/>
                    </a:lnTo>
                    <a:lnTo>
                      <a:pt x="395544" y="3923124"/>
                    </a:lnTo>
                    <a:cubicBezTo>
                      <a:pt x="400804" y="3910318"/>
                      <a:pt x="408210" y="3897721"/>
                      <a:pt x="417925" y="3885338"/>
                    </a:cubicBezTo>
                    <a:lnTo>
                      <a:pt x="417926" y="3885336"/>
                    </a:lnTo>
                    <a:lnTo>
                      <a:pt x="426528" y="3868763"/>
                    </a:lnTo>
                    <a:lnTo>
                      <a:pt x="427308" y="3852619"/>
                    </a:lnTo>
                    <a:lnTo>
                      <a:pt x="427308" y="3852618"/>
                    </a:lnTo>
                    <a:cubicBezTo>
                      <a:pt x="425642" y="3842045"/>
                      <a:pt x="420022" y="3831901"/>
                      <a:pt x="412973" y="3822471"/>
                    </a:cubicBezTo>
                    <a:lnTo>
                      <a:pt x="398042" y="3789775"/>
                    </a:lnTo>
                    <a:lnTo>
                      <a:pt x="404399" y="3754652"/>
                    </a:lnTo>
                    <a:cubicBezTo>
                      <a:pt x="407067" y="3749125"/>
                      <a:pt x="405733" y="3741315"/>
                      <a:pt x="404781" y="3734837"/>
                    </a:cubicBezTo>
                    <a:lnTo>
                      <a:pt x="404781" y="3734836"/>
                    </a:lnTo>
                    <a:lnTo>
                      <a:pt x="400733" y="3680163"/>
                    </a:lnTo>
                    <a:lnTo>
                      <a:pt x="407246" y="3654415"/>
                    </a:lnTo>
                    <a:cubicBezTo>
                      <a:pt x="411056" y="3646122"/>
                      <a:pt x="416735" y="3638157"/>
                      <a:pt x="424974" y="3630632"/>
                    </a:cubicBezTo>
                    <a:cubicBezTo>
                      <a:pt x="431452" y="3624725"/>
                      <a:pt x="434118" y="3614819"/>
                      <a:pt x="438500" y="3606817"/>
                    </a:cubicBezTo>
                    <a:cubicBezTo>
                      <a:pt x="447455" y="3590053"/>
                      <a:pt x="451503" y="3582004"/>
                      <a:pt x="450598" y="3574408"/>
                    </a:cubicBezTo>
                    <a:lnTo>
                      <a:pt x="450598" y="3574407"/>
                    </a:lnTo>
                    <a:cubicBezTo>
                      <a:pt x="449693" y="3566810"/>
                      <a:pt x="443835" y="3559667"/>
                      <a:pt x="432976" y="3544712"/>
                    </a:cubicBezTo>
                    <a:cubicBezTo>
                      <a:pt x="421546" y="3529089"/>
                      <a:pt x="409925" y="3507562"/>
                      <a:pt x="410877" y="3489466"/>
                    </a:cubicBezTo>
                    <a:cubicBezTo>
                      <a:pt x="416591" y="3380304"/>
                      <a:pt x="389159" y="3276479"/>
                      <a:pt x="363250" y="3172653"/>
                    </a:cubicBezTo>
                    <a:lnTo>
                      <a:pt x="350796" y="3077401"/>
                    </a:lnTo>
                    <a:lnTo>
                      <a:pt x="362488" y="2982148"/>
                    </a:lnTo>
                    <a:cubicBezTo>
                      <a:pt x="365441" y="2970575"/>
                      <a:pt x="366442" y="2959156"/>
                      <a:pt x="366072" y="2947862"/>
                    </a:cubicBezTo>
                    <a:lnTo>
                      <a:pt x="366072" y="2947861"/>
                    </a:lnTo>
                    <a:lnTo>
                      <a:pt x="366072" y="2947858"/>
                    </a:lnTo>
                    <a:lnTo>
                      <a:pt x="361441" y="2914327"/>
                    </a:lnTo>
                    <a:lnTo>
                      <a:pt x="358166" y="2903544"/>
                    </a:lnTo>
                    <a:lnTo>
                      <a:pt x="357138" y="2897784"/>
                    </a:lnTo>
                    <a:cubicBezTo>
                      <a:pt x="352392" y="2881306"/>
                      <a:pt x="346534" y="2865009"/>
                      <a:pt x="341533" y="2848792"/>
                    </a:cubicBezTo>
                    <a:close/>
                    <a:moveTo>
                      <a:pt x="296001" y="2745351"/>
                    </a:moveTo>
                    <a:lnTo>
                      <a:pt x="289670" y="2770757"/>
                    </a:lnTo>
                    <a:lnTo>
                      <a:pt x="290080" y="2778005"/>
                    </a:lnTo>
                    <a:lnTo>
                      <a:pt x="289301" y="2782304"/>
                    </a:lnTo>
                    <a:lnTo>
                      <a:pt x="290501" y="2785439"/>
                    </a:lnTo>
                    <a:lnTo>
                      <a:pt x="290929" y="2793022"/>
                    </a:lnTo>
                    <a:lnTo>
                      <a:pt x="300579" y="2811779"/>
                    </a:lnTo>
                    <a:lnTo>
                      <a:pt x="300582" y="2811786"/>
                    </a:lnTo>
                    <a:lnTo>
                      <a:pt x="300583" y="2811786"/>
                    </a:lnTo>
                    <a:lnTo>
                      <a:pt x="300579" y="2811779"/>
                    </a:lnTo>
                    <a:lnTo>
                      <a:pt x="290501" y="2785439"/>
                    </a:lnTo>
                    <a:lnTo>
                      <a:pt x="290080" y="2778005"/>
                    </a:lnTo>
                    <a:close/>
                    <a:moveTo>
                      <a:pt x="817328" y="1508457"/>
                    </a:moveTo>
                    <a:lnTo>
                      <a:pt x="845421" y="1596212"/>
                    </a:lnTo>
                    <a:cubicBezTo>
                      <a:pt x="847898" y="1604977"/>
                      <a:pt x="846373" y="1615835"/>
                      <a:pt x="843517" y="1624979"/>
                    </a:cubicBezTo>
                    <a:cubicBezTo>
                      <a:pt x="833801" y="1656222"/>
                      <a:pt x="809415" y="1676035"/>
                      <a:pt x="786935" y="1697752"/>
                    </a:cubicBezTo>
                    <a:cubicBezTo>
                      <a:pt x="777029" y="1707278"/>
                      <a:pt x="769981" y="1720422"/>
                      <a:pt x="764267" y="1733187"/>
                    </a:cubicBezTo>
                    <a:cubicBezTo>
                      <a:pt x="749595" y="1766334"/>
                      <a:pt x="736452" y="1800245"/>
                      <a:pt x="722546" y="1833774"/>
                    </a:cubicBezTo>
                    <a:cubicBezTo>
                      <a:pt x="721212" y="1837012"/>
                      <a:pt x="717783" y="1839678"/>
                      <a:pt x="714925" y="1842157"/>
                    </a:cubicBezTo>
                    <a:cubicBezTo>
                      <a:pt x="684824" y="1866921"/>
                      <a:pt x="654535" y="1891496"/>
                      <a:pt x="624434" y="1916453"/>
                    </a:cubicBezTo>
                    <a:cubicBezTo>
                      <a:pt x="618720" y="1921215"/>
                      <a:pt x="614528" y="1928075"/>
                      <a:pt x="609004" y="1933218"/>
                    </a:cubicBezTo>
                    <a:cubicBezTo>
                      <a:pt x="601384" y="1940458"/>
                      <a:pt x="594143" y="1949602"/>
                      <a:pt x="584999" y="1953412"/>
                    </a:cubicBezTo>
                    <a:cubicBezTo>
                      <a:pt x="556234" y="1965223"/>
                      <a:pt x="543850" y="1987893"/>
                      <a:pt x="538516" y="2016468"/>
                    </a:cubicBezTo>
                    <a:cubicBezTo>
                      <a:pt x="533563" y="2042569"/>
                      <a:pt x="529371" y="2068668"/>
                      <a:pt x="523657" y="2094577"/>
                    </a:cubicBezTo>
                    <a:cubicBezTo>
                      <a:pt x="516799" y="2126200"/>
                      <a:pt x="509369" y="2157635"/>
                      <a:pt x="500986" y="2188878"/>
                    </a:cubicBezTo>
                    <a:cubicBezTo>
                      <a:pt x="497366" y="2202403"/>
                      <a:pt x="493176" y="2216691"/>
                      <a:pt x="485746" y="2228313"/>
                    </a:cubicBezTo>
                    <a:cubicBezTo>
                      <a:pt x="465171" y="2260889"/>
                      <a:pt x="451265" y="2295752"/>
                      <a:pt x="456789" y="2334043"/>
                    </a:cubicBezTo>
                    <a:cubicBezTo>
                      <a:pt x="461171" y="2364714"/>
                      <a:pt x="449931" y="2390433"/>
                      <a:pt x="432404" y="2409484"/>
                    </a:cubicBezTo>
                    <a:cubicBezTo>
                      <a:pt x="424451" y="2418153"/>
                      <a:pt x="418938" y="2426976"/>
                      <a:pt x="415303" y="2435912"/>
                    </a:cubicBezTo>
                    <a:lnTo>
                      <a:pt x="415303" y="2435912"/>
                    </a:lnTo>
                    <a:lnTo>
                      <a:pt x="415303" y="2435912"/>
                    </a:lnTo>
                    <a:lnTo>
                      <a:pt x="414227" y="2440915"/>
                    </a:lnTo>
                    <a:lnTo>
                      <a:pt x="409472" y="2463016"/>
                    </a:lnTo>
                    <a:lnTo>
                      <a:pt x="409472" y="2463017"/>
                    </a:lnTo>
                    <a:lnTo>
                      <a:pt x="411535" y="2490550"/>
                    </a:lnTo>
                    <a:lnTo>
                      <a:pt x="418115" y="2518261"/>
                    </a:lnTo>
                    <a:lnTo>
                      <a:pt x="418115" y="2518264"/>
                    </a:lnTo>
                    <a:lnTo>
                      <a:pt x="421759" y="2545006"/>
                    </a:lnTo>
                    <a:lnTo>
                      <a:pt x="417545" y="2571033"/>
                    </a:lnTo>
                    <a:cubicBezTo>
                      <a:pt x="405543" y="2612944"/>
                      <a:pt x="372966" y="2640949"/>
                      <a:pt x="344391" y="2668000"/>
                    </a:cubicBezTo>
                    <a:cubicBezTo>
                      <a:pt x="320006" y="2691053"/>
                      <a:pt x="306290" y="2716962"/>
                      <a:pt x="296001" y="2745347"/>
                    </a:cubicBezTo>
                    <a:lnTo>
                      <a:pt x="296001" y="2745348"/>
                    </a:lnTo>
                    <a:cubicBezTo>
                      <a:pt x="306290" y="2716963"/>
                      <a:pt x="320006" y="2691054"/>
                      <a:pt x="344391" y="2668001"/>
                    </a:cubicBezTo>
                    <a:cubicBezTo>
                      <a:pt x="372966" y="2640950"/>
                      <a:pt x="405543" y="2612945"/>
                      <a:pt x="417545" y="2571034"/>
                    </a:cubicBezTo>
                    <a:cubicBezTo>
                      <a:pt x="420117" y="2561985"/>
                      <a:pt x="421593" y="2553555"/>
                      <a:pt x="421760" y="2545006"/>
                    </a:cubicBezTo>
                    <a:lnTo>
                      <a:pt x="421759" y="2545006"/>
                    </a:lnTo>
                    <a:lnTo>
                      <a:pt x="421760" y="2545005"/>
                    </a:lnTo>
                    <a:cubicBezTo>
                      <a:pt x="421926" y="2536456"/>
                      <a:pt x="420783" y="2527789"/>
                      <a:pt x="418115" y="2518263"/>
                    </a:cubicBezTo>
                    <a:lnTo>
                      <a:pt x="418115" y="2518261"/>
                    </a:lnTo>
                    <a:lnTo>
                      <a:pt x="409472" y="2463017"/>
                    </a:lnTo>
                    <a:lnTo>
                      <a:pt x="414227" y="2440915"/>
                    </a:lnTo>
                    <a:lnTo>
                      <a:pt x="415303" y="2435912"/>
                    </a:lnTo>
                    <a:lnTo>
                      <a:pt x="432404" y="2409485"/>
                    </a:lnTo>
                    <a:cubicBezTo>
                      <a:pt x="449931" y="2390434"/>
                      <a:pt x="461171" y="2364715"/>
                      <a:pt x="456789" y="2334044"/>
                    </a:cubicBezTo>
                    <a:cubicBezTo>
                      <a:pt x="451265" y="2295753"/>
                      <a:pt x="465171" y="2260890"/>
                      <a:pt x="485746" y="2228314"/>
                    </a:cubicBezTo>
                    <a:cubicBezTo>
                      <a:pt x="493176" y="2216692"/>
                      <a:pt x="497366" y="2202404"/>
                      <a:pt x="500986" y="2188879"/>
                    </a:cubicBezTo>
                    <a:cubicBezTo>
                      <a:pt x="509369" y="2157636"/>
                      <a:pt x="516799" y="2126201"/>
                      <a:pt x="523657" y="2094578"/>
                    </a:cubicBezTo>
                    <a:cubicBezTo>
                      <a:pt x="529371" y="2068669"/>
                      <a:pt x="533563" y="2042570"/>
                      <a:pt x="538516" y="2016469"/>
                    </a:cubicBezTo>
                    <a:cubicBezTo>
                      <a:pt x="543850" y="1987894"/>
                      <a:pt x="556234" y="1965224"/>
                      <a:pt x="584999" y="1953413"/>
                    </a:cubicBezTo>
                    <a:cubicBezTo>
                      <a:pt x="594143" y="1949603"/>
                      <a:pt x="601384" y="1940459"/>
                      <a:pt x="609004" y="1933219"/>
                    </a:cubicBezTo>
                    <a:cubicBezTo>
                      <a:pt x="614528" y="1928076"/>
                      <a:pt x="618720" y="1921216"/>
                      <a:pt x="624434" y="1916454"/>
                    </a:cubicBezTo>
                    <a:cubicBezTo>
                      <a:pt x="654535" y="1891497"/>
                      <a:pt x="684824" y="1866922"/>
                      <a:pt x="714925" y="1842158"/>
                    </a:cubicBezTo>
                    <a:cubicBezTo>
                      <a:pt x="717783" y="1839679"/>
                      <a:pt x="721212" y="1837013"/>
                      <a:pt x="722546" y="1833775"/>
                    </a:cubicBezTo>
                    <a:cubicBezTo>
                      <a:pt x="736452" y="1800246"/>
                      <a:pt x="749596" y="1766335"/>
                      <a:pt x="764267" y="1733188"/>
                    </a:cubicBezTo>
                    <a:cubicBezTo>
                      <a:pt x="769981" y="1720423"/>
                      <a:pt x="777029" y="1707279"/>
                      <a:pt x="786936" y="1697753"/>
                    </a:cubicBezTo>
                    <a:cubicBezTo>
                      <a:pt x="809416" y="1676036"/>
                      <a:pt x="833801" y="1656223"/>
                      <a:pt x="843517" y="1624980"/>
                    </a:cubicBezTo>
                    <a:cubicBezTo>
                      <a:pt x="846374" y="1615836"/>
                      <a:pt x="847899" y="1604978"/>
                      <a:pt x="845422" y="1596213"/>
                    </a:cubicBezTo>
                    <a:close/>
                    <a:moveTo>
                      <a:pt x="798723" y="1459072"/>
                    </a:moveTo>
                    <a:lnTo>
                      <a:pt x="807941" y="1481571"/>
                    </a:lnTo>
                    <a:lnTo>
                      <a:pt x="798724" y="1459073"/>
                    </a:lnTo>
                    <a:close/>
                    <a:moveTo>
                      <a:pt x="779530" y="1268757"/>
                    </a:moveTo>
                    <a:lnTo>
                      <a:pt x="774363" y="1286068"/>
                    </a:lnTo>
                    <a:cubicBezTo>
                      <a:pt x="759789" y="1306929"/>
                      <a:pt x="753550" y="1328551"/>
                      <a:pt x="752025" y="1350626"/>
                    </a:cubicBezTo>
                    <a:lnTo>
                      <a:pt x="757620" y="1413839"/>
                    </a:lnTo>
                    <a:lnTo>
                      <a:pt x="752026" y="1350627"/>
                    </a:lnTo>
                    <a:cubicBezTo>
                      <a:pt x="753550" y="1328552"/>
                      <a:pt x="759790" y="1306929"/>
                      <a:pt x="774363" y="1286069"/>
                    </a:cubicBezTo>
                    <a:cubicBezTo>
                      <a:pt x="777506" y="1281688"/>
                      <a:pt x="779078" y="1275401"/>
                      <a:pt x="779530" y="1268757"/>
                    </a:cubicBezTo>
                    <a:close/>
                    <a:moveTo>
                      <a:pt x="837801" y="773034"/>
                    </a:moveTo>
                    <a:lnTo>
                      <a:pt x="829801" y="854378"/>
                    </a:lnTo>
                    <a:cubicBezTo>
                      <a:pt x="827515" y="878955"/>
                      <a:pt x="826753" y="903721"/>
                      <a:pt x="798747" y="915342"/>
                    </a:cubicBezTo>
                    <a:cubicBezTo>
                      <a:pt x="794365" y="917058"/>
                      <a:pt x="791127" y="922772"/>
                      <a:pt x="788269" y="927154"/>
                    </a:cubicBezTo>
                    <a:cubicBezTo>
                      <a:pt x="744261" y="994784"/>
                      <a:pt x="745405" y="1030979"/>
                      <a:pt x="791889" y="1097086"/>
                    </a:cubicBezTo>
                    <a:cubicBezTo>
                      <a:pt x="796651" y="1103944"/>
                      <a:pt x="800081" y="1118612"/>
                      <a:pt x="796271" y="1123184"/>
                    </a:cubicBezTo>
                    <a:cubicBezTo>
                      <a:pt x="780459" y="1142616"/>
                      <a:pt x="773411" y="1162953"/>
                      <a:pt x="771553" y="1184028"/>
                    </a:cubicBezTo>
                    <a:cubicBezTo>
                      <a:pt x="773411" y="1162953"/>
                      <a:pt x="780460" y="1142617"/>
                      <a:pt x="796272" y="1123185"/>
                    </a:cubicBezTo>
                    <a:cubicBezTo>
                      <a:pt x="800082" y="1118613"/>
                      <a:pt x="796652" y="1103945"/>
                      <a:pt x="791890" y="1097087"/>
                    </a:cubicBezTo>
                    <a:cubicBezTo>
                      <a:pt x="745406" y="1030980"/>
                      <a:pt x="744262" y="994785"/>
                      <a:pt x="788270" y="927155"/>
                    </a:cubicBezTo>
                    <a:cubicBezTo>
                      <a:pt x="791128" y="922773"/>
                      <a:pt x="794366" y="917059"/>
                      <a:pt x="798748" y="915343"/>
                    </a:cubicBezTo>
                    <a:cubicBezTo>
                      <a:pt x="826753" y="903722"/>
                      <a:pt x="827515" y="878956"/>
                      <a:pt x="829801" y="854379"/>
                    </a:cubicBezTo>
                    <a:cubicBezTo>
                      <a:pt x="832277" y="827329"/>
                      <a:pt x="835515" y="800276"/>
                      <a:pt x="837801" y="773035"/>
                    </a:cubicBezTo>
                    <a:close/>
                    <a:moveTo>
                      <a:pt x="782400" y="517850"/>
                    </a:moveTo>
                    <a:lnTo>
                      <a:pt x="791317" y="556046"/>
                    </a:lnTo>
                    <a:cubicBezTo>
                      <a:pt x="793413" y="564047"/>
                      <a:pt x="798937" y="572621"/>
                      <a:pt x="797795" y="580049"/>
                    </a:cubicBezTo>
                    <a:cubicBezTo>
                      <a:pt x="794461" y="601577"/>
                      <a:pt x="796890" y="622200"/>
                      <a:pt x="801176" y="642536"/>
                    </a:cubicBezTo>
                    <a:lnTo>
                      <a:pt x="813700" y="694927"/>
                    </a:lnTo>
                    <a:lnTo>
                      <a:pt x="801177" y="642537"/>
                    </a:lnTo>
                    <a:cubicBezTo>
                      <a:pt x="796891" y="622200"/>
                      <a:pt x="794462" y="601578"/>
                      <a:pt x="797796" y="580050"/>
                    </a:cubicBezTo>
                    <a:cubicBezTo>
                      <a:pt x="798938" y="572622"/>
                      <a:pt x="793414" y="564048"/>
                      <a:pt x="791318" y="556047"/>
                    </a:cubicBezTo>
                    <a:close/>
                    <a:moveTo>
                      <a:pt x="783887" y="313532"/>
                    </a:moveTo>
                    <a:lnTo>
                      <a:pt x="786245" y="324057"/>
                    </a:lnTo>
                    <a:cubicBezTo>
                      <a:pt x="786031" y="328963"/>
                      <a:pt x="785126" y="334583"/>
                      <a:pt x="784459" y="338869"/>
                    </a:cubicBezTo>
                    <a:lnTo>
                      <a:pt x="784454" y="338897"/>
                    </a:lnTo>
                    <a:lnTo>
                      <a:pt x="778363" y="367327"/>
                    </a:lnTo>
                    <a:lnTo>
                      <a:pt x="774553" y="395639"/>
                    </a:lnTo>
                    <a:lnTo>
                      <a:pt x="784454" y="338897"/>
                    </a:lnTo>
                    <a:lnTo>
                      <a:pt x="784460" y="338870"/>
                    </a:lnTo>
                    <a:cubicBezTo>
                      <a:pt x="785794" y="330298"/>
                      <a:pt x="788080" y="316389"/>
                      <a:pt x="783888" y="313533"/>
                    </a:cubicBezTo>
                    <a:close/>
                    <a:moveTo>
                      <a:pt x="761560" y="281567"/>
                    </a:moveTo>
                    <a:lnTo>
                      <a:pt x="766454" y="295414"/>
                    </a:lnTo>
                    <a:lnTo>
                      <a:pt x="766455" y="295414"/>
                    </a:lnTo>
                    <a:close/>
                    <a:moveTo>
                      <a:pt x="774880" y="24485"/>
                    </a:moveTo>
                    <a:lnTo>
                      <a:pt x="777142" y="74128"/>
                    </a:lnTo>
                    <a:cubicBezTo>
                      <a:pt x="775758" y="100173"/>
                      <a:pt x="771253" y="125875"/>
                      <a:pt x="767023" y="151568"/>
                    </a:cubicBezTo>
                    <a:lnTo>
                      <a:pt x="766824" y="153387"/>
                    </a:lnTo>
                    <a:lnTo>
                      <a:pt x="763010" y="177270"/>
                    </a:lnTo>
                    <a:lnTo>
                      <a:pt x="758551" y="228943"/>
                    </a:lnTo>
                    <a:lnTo>
                      <a:pt x="766824" y="153387"/>
                    </a:lnTo>
                    <a:lnTo>
                      <a:pt x="771220" y="125860"/>
                    </a:lnTo>
                    <a:cubicBezTo>
                      <a:pt x="773910" y="108702"/>
                      <a:pt x="776220" y="91491"/>
                      <a:pt x="777143" y="74128"/>
                    </a:cubicBezTo>
                    <a:close/>
                    <a:moveTo>
                      <a:pt x="313354" y="0"/>
                    </a:moveTo>
                    <a:lnTo>
                      <a:pt x="777461" y="0"/>
                    </a:lnTo>
                    <a:lnTo>
                      <a:pt x="774743" y="21485"/>
                    </a:lnTo>
                    <a:lnTo>
                      <a:pt x="777461" y="0"/>
                    </a:lnTo>
                    <a:lnTo>
                      <a:pt x="4543952" y="1"/>
                    </a:lnTo>
                    <a:lnTo>
                      <a:pt x="4543952" y="6858000"/>
                    </a:lnTo>
                    <a:lnTo>
                      <a:pt x="284400" y="6858000"/>
                    </a:lnTo>
                    <a:lnTo>
                      <a:pt x="112147" y="6858000"/>
                    </a:lnTo>
                    <a:lnTo>
                      <a:pt x="102447" y="6815515"/>
                    </a:lnTo>
                    <a:cubicBezTo>
                      <a:pt x="96923" y="6793034"/>
                      <a:pt x="87016" y="6771318"/>
                      <a:pt x="83396" y="6748457"/>
                    </a:cubicBezTo>
                    <a:cubicBezTo>
                      <a:pt x="74824" y="6694163"/>
                      <a:pt x="68728" y="6639487"/>
                      <a:pt x="61870" y="6584811"/>
                    </a:cubicBezTo>
                    <a:cubicBezTo>
                      <a:pt x="54821" y="6528423"/>
                      <a:pt x="47391" y="6472224"/>
                      <a:pt x="41105" y="6415832"/>
                    </a:cubicBezTo>
                    <a:cubicBezTo>
                      <a:pt x="37865" y="6384971"/>
                      <a:pt x="37295" y="6353918"/>
                      <a:pt x="34247" y="6323057"/>
                    </a:cubicBezTo>
                    <a:cubicBezTo>
                      <a:pt x="31579" y="6296004"/>
                      <a:pt x="26626" y="6269143"/>
                      <a:pt x="23386" y="6242092"/>
                    </a:cubicBezTo>
                    <a:cubicBezTo>
                      <a:pt x="20720" y="6218659"/>
                      <a:pt x="19196" y="6195036"/>
                      <a:pt x="16528" y="6171604"/>
                    </a:cubicBezTo>
                    <a:cubicBezTo>
                      <a:pt x="12148" y="6134074"/>
                      <a:pt x="7194" y="6096735"/>
                      <a:pt x="2622" y="6059396"/>
                    </a:cubicBezTo>
                    <a:lnTo>
                      <a:pt x="0" y="6041768"/>
                    </a:lnTo>
                    <a:lnTo>
                      <a:pt x="0" y="6000936"/>
                    </a:lnTo>
                    <a:lnTo>
                      <a:pt x="3670" y="5957594"/>
                    </a:lnTo>
                    <a:lnTo>
                      <a:pt x="0" y="5912510"/>
                    </a:lnTo>
                    <a:lnTo>
                      <a:pt x="0" y="5886400"/>
                    </a:lnTo>
                    <a:lnTo>
                      <a:pt x="1098" y="5864317"/>
                    </a:lnTo>
                    <a:cubicBezTo>
                      <a:pt x="7576" y="5839360"/>
                      <a:pt x="16720" y="5815168"/>
                      <a:pt x="24720" y="5790591"/>
                    </a:cubicBezTo>
                    <a:cubicBezTo>
                      <a:pt x="25672" y="5787923"/>
                      <a:pt x="25864" y="5784685"/>
                      <a:pt x="26434" y="5781829"/>
                    </a:cubicBezTo>
                    <a:cubicBezTo>
                      <a:pt x="29675" y="5765634"/>
                      <a:pt x="32913" y="5749633"/>
                      <a:pt x="35771" y="5733439"/>
                    </a:cubicBezTo>
                    <a:cubicBezTo>
                      <a:pt x="37295" y="5724677"/>
                      <a:pt x="37485" y="5715722"/>
                      <a:pt x="38819" y="5706958"/>
                    </a:cubicBezTo>
                    <a:cubicBezTo>
                      <a:pt x="44153" y="5673049"/>
                      <a:pt x="35199" y="5635710"/>
                      <a:pt x="58250" y="5606371"/>
                    </a:cubicBezTo>
                    <a:cubicBezTo>
                      <a:pt x="73110" y="5587320"/>
                      <a:pt x="69680" y="5568841"/>
                      <a:pt x="67394" y="5548459"/>
                    </a:cubicBezTo>
                    <a:cubicBezTo>
                      <a:pt x="65680" y="5533026"/>
                      <a:pt x="66252" y="5517214"/>
                      <a:pt x="66060" y="5501593"/>
                    </a:cubicBezTo>
                    <a:cubicBezTo>
                      <a:pt x="65490" y="5474160"/>
                      <a:pt x="65298" y="5446727"/>
                      <a:pt x="64346" y="5419294"/>
                    </a:cubicBezTo>
                    <a:cubicBezTo>
                      <a:pt x="63966" y="5410530"/>
                      <a:pt x="59202" y="5401578"/>
                      <a:pt x="59964" y="5393004"/>
                    </a:cubicBezTo>
                    <a:cubicBezTo>
                      <a:pt x="63584" y="5353378"/>
                      <a:pt x="69300" y="5313753"/>
                      <a:pt x="72538" y="5274128"/>
                    </a:cubicBezTo>
                    <a:cubicBezTo>
                      <a:pt x="74442" y="5251649"/>
                      <a:pt x="70824" y="5228596"/>
                      <a:pt x="73490" y="5206307"/>
                    </a:cubicBezTo>
                    <a:cubicBezTo>
                      <a:pt x="76538" y="5180590"/>
                      <a:pt x="84348" y="5155444"/>
                      <a:pt x="89113" y="5129915"/>
                    </a:cubicBezTo>
                    <a:cubicBezTo>
                      <a:pt x="90445" y="5122866"/>
                      <a:pt x="88731" y="5115056"/>
                      <a:pt x="88351" y="5107626"/>
                    </a:cubicBezTo>
                    <a:cubicBezTo>
                      <a:pt x="87968" y="5099244"/>
                      <a:pt x="87206" y="5091051"/>
                      <a:pt x="87016" y="5082669"/>
                    </a:cubicBezTo>
                    <a:cubicBezTo>
                      <a:pt x="86634" y="5057140"/>
                      <a:pt x="87206" y="5031613"/>
                      <a:pt x="85872" y="5006085"/>
                    </a:cubicBezTo>
                    <a:cubicBezTo>
                      <a:pt x="85110" y="4990464"/>
                      <a:pt x="77300" y="4974081"/>
                      <a:pt x="80158" y="4959601"/>
                    </a:cubicBezTo>
                    <a:cubicBezTo>
                      <a:pt x="85682" y="4930074"/>
                      <a:pt x="73300" y="4900545"/>
                      <a:pt x="83586" y="4871018"/>
                    </a:cubicBezTo>
                    <a:cubicBezTo>
                      <a:pt x="86634" y="4861872"/>
                      <a:pt x="79014" y="4849299"/>
                      <a:pt x="78634" y="4838249"/>
                    </a:cubicBezTo>
                    <a:cubicBezTo>
                      <a:pt x="77682" y="4810626"/>
                      <a:pt x="77872" y="4783003"/>
                      <a:pt x="78062" y="4755380"/>
                    </a:cubicBezTo>
                    <a:cubicBezTo>
                      <a:pt x="78252" y="4730613"/>
                      <a:pt x="75586" y="4704894"/>
                      <a:pt x="80920" y="4681082"/>
                    </a:cubicBezTo>
                    <a:cubicBezTo>
                      <a:pt x="86634" y="4656125"/>
                      <a:pt x="85872" y="4633646"/>
                      <a:pt x="79396" y="4609451"/>
                    </a:cubicBezTo>
                    <a:cubicBezTo>
                      <a:pt x="75014" y="4592877"/>
                      <a:pt x="74442" y="4575350"/>
                      <a:pt x="73110" y="4558206"/>
                    </a:cubicBezTo>
                    <a:cubicBezTo>
                      <a:pt x="71586" y="4539727"/>
                      <a:pt x="75586" y="4519342"/>
                      <a:pt x="69300" y="4502578"/>
                    </a:cubicBezTo>
                    <a:cubicBezTo>
                      <a:pt x="50629" y="4452664"/>
                      <a:pt x="46629" y="4401418"/>
                      <a:pt x="46629" y="4349221"/>
                    </a:cubicBezTo>
                    <a:cubicBezTo>
                      <a:pt x="46629" y="4339694"/>
                      <a:pt x="49295" y="4329978"/>
                      <a:pt x="52153" y="4320836"/>
                    </a:cubicBezTo>
                    <a:cubicBezTo>
                      <a:pt x="69300" y="4267492"/>
                      <a:pt x="67776" y="4213960"/>
                      <a:pt x="57297" y="4159666"/>
                    </a:cubicBezTo>
                    <a:cubicBezTo>
                      <a:pt x="55011" y="4148426"/>
                      <a:pt x="54629" y="4135853"/>
                      <a:pt x="56915" y="4124613"/>
                    </a:cubicBezTo>
                    <a:cubicBezTo>
                      <a:pt x="63584" y="4092988"/>
                      <a:pt x="74634" y="4062317"/>
                      <a:pt x="79396" y="4030502"/>
                    </a:cubicBezTo>
                    <a:cubicBezTo>
                      <a:pt x="87206" y="3977924"/>
                      <a:pt x="60918" y="3932393"/>
                      <a:pt x="43771" y="3885337"/>
                    </a:cubicBezTo>
                    <a:cubicBezTo>
                      <a:pt x="31627" y="3851760"/>
                      <a:pt x="8016" y="3821934"/>
                      <a:pt x="426" y="3786776"/>
                    </a:cubicBezTo>
                    <a:lnTo>
                      <a:pt x="0" y="3773896"/>
                    </a:lnTo>
                    <a:lnTo>
                      <a:pt x="0" y="3393881"/>
                    </a:lnTo>
                    <a:lnTo>
                      <a:pt x="11838" y="3359515"/>
                    </a:lnTo>
                    <a:cubicBezTo>
                      <a:pt x="14434" y="3346204"/>
                      <a:pt x="14910" y="3332773"/>
                      <a:pt x="12910" y="3318770"/>
                    </a:cubicBezTo>
                    <a:cubicBezTo>
                      <a:pt x="12243" y="3314103"/>
                      <a:pt x="9909" y="3308769"/>
                      <a:pt x="6718" y="3304078"/>
                    </a:cubicBezTo>
                    <a:lnTo>
                      <a:pt x="0" y="3297656"/>
                    </a:lnTo>
                    <a:lnTo>
                      <a:pt x="0" y="3207866"/>
                    </a:lnTo>
                    <a:lnTo>
                      <a:pt x="15553" y="3186770"/>
                    </a:lnTo>
                    <a:cubicBezTo>
                      <a:pt x="28483" y="3162328"/>
                      <a:pt x="30484" y="3134646"/>
                      <a:pt x="36341" y="3107499"/>
                    </a:cubicBezTo>
                    <a:cubicBezTo>
                      <a:pt x="41105" y="3085402"/>
                      <a:pt x="41295" y="3064826"/>
                      <a:pt x="38057" y="3042727"/>
                    </a:cubicBezTo>
                    <a:cubicBezTo>
                      <a:pt x="30817" y="2994721"/>
                      <a:pt x="41105" y="2948046"/>
                      <a:pt x="54249" y="2901942"/>
                    </a:cubicBezTo>
                    <a:cubicBezTo>
                      <a:pt x="63012" y="2871461"/>
                      <a:pt x="68346" y="2840218"/>
                      <a:pt x="77300" y="2809929"/>
                    </a:cubicBezTo>
                    <a:cubicBezTo>
                      <a:pt x="84158" y="2787258"/>
                      <a:pt x="92351" y="2764589"/>
                      <a:pt x="103399" y="2743825"/>
                    </a:cubicBezTo>
                    <a:cubicBezTo>
                      <a:pt x="119594" y="2713722"/>
                      <a:pt x="143978" y="2687435"/>
                      <a:pt x="137500" y="2649142"/>
                    </a:cubicBezTo>
                    <a:cubicBezTo>
                      <a:pt x="131786" y="2615420"/>
                      <a:pt x="143786" y="2584941"/>
                      <a:pt x="155217" y="2554078"/>
                    </a:cubicBezTo>
                    <a:cubicBezTo>
                      <a:pt x="163599" y="2531408"/>
                      <a:pt x="172173" y="2508741"/>
                      <a:pt x="177507" y="2485306"/>
                    </a:cubicBezTo>
                    <a:cubicBezTo>
                      <a:pt x="183794" y="2457491"/>
                      <a:pt x="181126" y="2426058"/>
                      <a:pt x="192748" y="2401291"/>
                    </a:cubicBezTo>
                    <a:cubicBezTo>
                      <a:pt x="204940" y="2375382"/>
                      <a:pt x="196748" y="2353858"/>
                      <a:pt x="193318" y="2330805"/>
                    </a:cubicBezTo>
                    <a:cubicBezTo>
                      <a:pt x="187984" y="2294038"/>
                      <a:pt x="178077" y="2257458"/>
                      <a:pt x="190652" y="2220311"/>
                    </a:cubicBezTo>
                    <a:cubicBezTo>
                      <a:pt x="205892" y="2175162"/>
                      <a:pt x="222275" y="2130392"/>
                      <a:pt x="236753" y="2085053"/>
                    </a:cubicBezTo>
                    <a:cubicBezTo>
                      <a:pt x="242280" y="2067524"/>
                      <a:pt x="244566" y="2048667"/>
                      <a:pt x="247042" y="2030377"/>
                    </a:cubicBezTo>
                    <a:cubicBezTo>
                      <a:pt x="249138" y="2013042"/>
                      <a:pt x="243804" y="1992278"/>
                      <a:pt x="251804" y="1978939"/>
                    </a:cubicBezTo>
                    <a:cubicBezTo>
                      <a:pt x="272379" y="1944648"/>
                      <a:pt x="282475" y="1909407"/>
                      <a:pt x="282475" y="1869779"/>
                    </a:cubicBezTo>
                    <a:cubicBezTo>
                      <a:pt x="282475" y="1854919"/>
                      <a:pt x="291049" y="1840440"/>
                      <a:pt x="292573" y="1825392"/>
                    </a:cubicBezTo>
                    <a:cubicBezTo>
                      <a:pt x="294477" y="1804815"/>
                      <a:pt x="299622" y="1781193"/>
                      <a:pt x="292381" y="1763286"/>
                    </a:cubicBezTo>
                    <a:cubicBezTo>
                      <a:pt x="275237" y="1721184"/>
                      <a:pt x="289525" y="1687085"/>
                      <a:pt x="306480" y="1650316"/>
                    </a:cubicBezTo>
                    <a:cubicBezTo>
                      <a:pt x="323244" y="1614119"/>
                      <a:pt x="336579" y="1576018"/>
                      <a:pt x="347629" y="1537536"/>
                    </a:cubicBezTo>
                    <a:cubicBezTo>
                      <a:pt x="351629" y="1523058"/>
                      <a:pt x="344961" y="1505723"/>
                      <a:pt x="343629" y="1489719"/>
                    </a:cubicBezTo>
                    <a:cubicBezTo>
                      <a:pt x="343247" y="1484003"/>
                      <a:pt x="342675" y="1477716"/>
                      <a:pt x="344581" y="1472574"/>
                    </a:cubicBezTo>
                    <a:cubicBezTo>
                      <a:pt x="362870" y="1422853"/>
                      <a:pt x="376776" y="1372367"/>
                      <a:pt x="367252" y="1318455"/>
                    </a:cubicBezTo>
                    <a:cubicBezTo>
                      <a:pt x="366298" y="1313503"/>
                      <a:pt x="368394" y="1307977"/>
                      <a:pt x="369728" y="1303023"/>
                    </a:cubicBezTo>
                    <a:cubicBezTo>
                      <a:pt x="376586" y="1278828"/>
                      <a:pt x="387444" y="1255205"/>
                      <a:pt x="389921" y="1230632"/>
                    </a:cubicBezTo>
                    <a:cubicBezTo>
                      <a:pt x="396017" y="1170050"/>
                      <a:pt x="398495" y="1109090"/>
                      <a:pt x="402495" y="1048124"/>
                    </a:cubicBezTo>
                    <a:cubicBezTo>
                      <a:pt x="402685" y="1044314"/>
                      <a:pt x="402685" y="1040314"/>
                      <a:pt x="404019" y="1036886"/>
                    </a:cubicBezTo>
                    <a:cubicBezTo>
                      <a:pt x="412211" y="1014405"/>
                      <a:pt x="409543" y="994784"/>
                      <a:pt x="393923" y="975732"/>
                    </a:cubicBezTo>
                    <a:cubicBezTo>
                      <a:pt x="387064" y="967349"/>
                      <a:pt x="383444" y="955919"/>
                      <a:pt x="379634" y="945443"/>
                    </a:cubicBezTo>
                    <a:cubicBezTo>
                      <a:pt x="373918" y="930010"/>
                      <a:pt x="368394" y="914199"/>
                      <a:pt x="364774" y="898197"/>
                    </a:cubicBezTo>
                    <a:cubicBezTo>
                      <a:pt x="361346" y="882383"/>
                      <a:pt x="356583" y="865429"/>
                      <a:pt x="359250" y="850188"/>
                    </a:cubicBezTo>
                    <a:cubicBezTo>
                      <a:pt x="364012" y="822755"/>
                      <a:pt x="374680" y="796654"/>
                      <a:pt x="381730" y="769604"/>
                    </a:cubicBezTo>
                    <a:cubicBezTo>
                      <a:pt x="384206" y="760269"/>
                      <a:pt x="383824" y="749981"/>
                      <a:pt x="384016" y="740267"/>
                    </a:cubicBezTo>
                    <a:cubicBezTo>
                      <a:pt x="384586" y="717976"/>
                      <a:pt x="379062" y="695115"/>
                      <a:pt x="394875" y="674922"/>
                    </a:cubicBezTo>
                    <a:cubicBezTo>
                      <a:pt x="409733" y="656254"/>
                      <a:pt x="405353" y="637391"/>
                      <a:pt x="394113" y="617771"/>
                    </a:cubicBezTo>
                    <a:cubicBezTo>
                      <a:pt x="386110" y="603672"/>
                      <a:pt x="379824" y="587671"/>
                      <a:pt x="376776" y="571859"/>
                    </a:cubicBezTo>
                    <a:cubicBezTo>
                      <a:pt x="372586" y="550140"/>
                      <a:pt x="370870" y="528614"/>
                      <a:pt x="373348" y="505181"/>
                    </a:cubicBezTo>
                    <a:cubicBezTo>
                      <a:pt x="375062" y="488606"/>
                      <a:pt x="375824" y="475080"/>
                      <a:pt x="385920" y="462125"/>
                    </a:cubicBezTo>
                    <a:cubicBezTo>
                      <a:pt x="387444" y="460031"/>
                      <a:pt x="387826" y="456221"/>
                      <a:pt x="387634" y="453363"/>
                    </a:cubicBezTo>
                    <a:cubicBezTo>
                      <a:pt x="384396" y="415834"/>
                      <a:pt x="386110" y="378685"/>
                      <a:pt x="388399" y="340773"/>
                    </a:cubicBezTo>
                    <a:cubicBezTo>
                      <a:pt x="391445" y="292578"/>
                      <a:pt x="382492" y="241900"/>
                      <a:pt x="350487" y="200181"/>
                    </a:cubicBezTo>
                    <a:cubicBezTo>
                      <a:pt x="345723" y="194084"/>
                      <a:pt x="343629" y="184940"/>
                      <a:pt x="342485" y="176938"/>
                    </a:cubicBezTo>
                    <a:cubicBezTo>
                      <a:pt x="337533" y="139218"/>
                      <a:pt x="334103" y="101307"/>
                      <a:pt x="328579" y="63586"/>
                    </a:cubicBezTo>
                    <a:cubicBezTo>
                      <a:pt x="325530" y="43011"/>
                      <a:pt x="322862" y="21485"/>
                      <a:pt x="314480" y="2816"/>
                    </a:cubicBezTo>
                    <a:close/>
                  </a:path>
                </a:pathLst>
              </a:custGeom>
              <a:solidFill>
                <a:schemeClr val="tx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CF3E13B6-EE2F-4F85-BD02-171953A8055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648048" y="0"/>
                <a:ext cx="4543952" cy="6858000"/>
              </a:xfrm>
              <a:custGeom>
                <a:avLst/>
                <a:gdLst>
                  <a:gd name="connsiteX0" fmla="*/ 328959 w 4543952"/>
                  <a:gd name="connsiteY0" fmla="*/ 6564619 h 6858000"/>
                  <a:gd name="connsiteX1" fmla="*/ 306480 w 4543952"/>
                  <a:gd name="connsiteY1" fmla="*/ 6588624 h 6858000"/>
                  <a:gd name="connsiteX2" fmla="*/ 289858 w 4543952"/>
                  <a:gd name="connsiteY2" fmla="*/ 6625223 h 6858000"/>
                  <a:gd name="connsiteX3" fmla="*/ 289858 w 4543952"/>
                  <a:gd name="connsiteY3" fmla="*/ 6625224 h 6858000"/>
                  <a:gd name="connsiteX4" fmla="*/ 289870 w 4543952"/>
                  <a:gd name="connsiteY4" fmla="*/ 6645551 h 6858000"/>
                  <a:gd name="connsiteX5" fmla="*/ 296953 w 4543952"/>
                  <a:gd name="connsiteY5" fmla="*/ 6662539 h 6858000"/>
                  <a:gd name="connsiteX6" fmla="*/ 296953 w 4543952"/>
                  <a:gd name="connsiteY6" fmla="*/ 6662541 h 6858000"/>
                  <a:gd name="connsiteX7" fmla="*/ 296954 w 4543952"/>
                  <a:gd name="connsiteY7" fmla="*/ 6662543 h 6858000"/>
                  <a:gd name="connsiteX8" fmla="*/ 311551 w 4543952"/>
                  <a:gd name="connsiteY8" fmla="*/ 6702975 h 6858000"/>
                  <a:gd name="connsiteX9" fmla="*/ 297715 w 4543952"/>
                  <a:gd name="connsiteY9" fmla="*/ 6742551 h 6858000"/>
                  <a:gd name="connsiteX10" fmla="*/ 297714 w 4543952"/>
                  <a:gd name="connsiteY10" fmla="*/ 6742554 h 6858000"/>
                  <a:gd name="connsiteX11" fmla="*/ 283011 w 4543952"/>
                  <a:gd name="connsiteY11" fmla="*/ 6776799 h 6858000"/>
                  <a:gd name="connsiteX12" fmla="*/ 278238 w 4543952"/>
                  <a:gd name="connsiteY12" fmla="*/ 6812061 h 6858000"/>
                  <a:gd name="connsiteX13" fmla="*/ 278237 w 4543952"/>
                  <a:gd name="connsiteY13" fmla="*/ 6812062 h 6858000"/>
                  <a:gd name="connsiteX14" fmla="*/ 278237 w 4543952"/>
                  <a:gd name="connsiteY14" fmla="*/ 6812063 h 6858000"/>
                  <a:gd name="connsiteX15" fmla="*/ 278238 w 4543952"/>
                  <a:gd name="connsiteY15" fmla="*/ 6812061 h 6858000"/>
                  <a:gd name="connsiteX16" fmla="*/ 297714 w 4543952"/>
                  <a:gd name="connsiteY16" fmla="*/ 6742554 h 6858000"/>
                  <a:gd name="connsiteX17" fmla="*/ 297715 w 4543952"/>
                  <a:gd name="connsiteY17" fmla="*/ 6742552 h 6858000"/>
                  <a:gd name="connsiteX18" fmla="*/ 311551 w 4543952"/>
                  <a:gd name="connsiteY18" fmla="*/ 6702976 h 6858000"/>
                  <a:gd name="connsiteX19" fmla="*/ 311551 w 4543952"/>
                  <a:gd name="connsiteY19" fmla="*/ 6702975 h 6858000"/>
                  <a:gd name="connsiteX20" fmla="*/ 308405 w 4543952"/>
                  <a:gd name="connsiteY20" fmla="*/ 6683026 h 6858000"/>
                  <a:gd name="connsiteX21" fmla="*/ 296954 w 4543952"/>
                  <a:gd name="connsiteY21" fmla="*/ 6662543 h 6858000"/>
                  <a:gd name="connsiteX22" fmla="*/ 296953 w 4543952"/>
                  <a:gd name="connsiteY22" fmla="*/ 6662540 h 6858000"/>
                  <a:gd name="connsiteX23" fmla="*/ 296953 w 4543952"/>
                  <a:gd name="connsiteY23" fmla="*/ 6662539 h 6858000"/>
                  <a:gd name="connsiteX24" fmla="*/ 289858 w 4543952"/>
                  <a:gd name="connsiteY24" fmla="*/ 6625224 h 6858000"/>
                  <a:gd name="connsiteX25" fmla="*/ 306480 w 4543952"/>
                  <a:gd name="connsiteY25" fmla="*/ 6588625 h 6858000"/>
                  <a:gd name="connsiteX26" fmla="*/ 328959 w 4543952"/>
                  <a:gd name="connsiteY26" fmla="*/ 6564620 h 6858000"/>
                  <a:gd name="connsiteX27" fmla="*/ 248638 w 4543952"/>
                  <a:gd name="connsiteY27" fmla="*/ 6438980 h 6858000"/>
                  <a:gd name="connsiteX28" fmla="*/ 268569 w 4543952"/>
                  <a:gd name="connsiteY28" fmla="*/ 6463840 h 6858000"/>
                  <a:gd name="connsiteX29" fmla="*/ 268572 w 4543952"/>
                  <a:gd name="connsiteY29" fmla="*/ 6463848 h 6858000"/>
                  <a:gd name="connsiteX30" fmla="*/ 279556 w 4543952"/>
                  <a:gd name="connsiteY30" fmla="*/ 6508051 h 6858000"/>
                  <a:gd name="connsiteX31" fmla="*/ 282367 w 4543952"/>
                  <a:gd name="connsiteY31" fmla="*/ 6513011 h 6858000"/>
                  <a:gd name="connsiteX32" fmla="*/ 284834 w 4543952"/>
                  <a:gd name="connsiteY32" fmla="*/ 6521803 h 6858000"/>
                  <a:gd name="connsiteX33" fmla="*/ 301172 w 4543952"/>
                  <a:gd name="connsiteY33" fmla="*/ 6546194 h 6858000"/>
                  <a:gd name="connsiteX34" fmla="*/ 301172 w 4543952"/>
                  <a:gd name="connsiteY34" fmla="*/ 6546193 h 6858000"/>
                  <a:gd name="connsiteX35" fmla="*/ 282367 w 4543952"/>
                  <a:gd name="connsiteY35" fmla="*/ 6513011 h 6858000"/>
                  <a:gd name="connsiteX36" fmla="*/ 268572 w 4543952"/>
                  <a:gd name="connsiteY36" fmla="*/ 6463848 h 6858000"/>
                  <a:gd name="connsiteX37" fmla="*/ 268569 w 4543952"/>
                  <a:gd name="connsiteY37" fmla="*/ 6463839 h 6858000"/>
                  <a:gd name="connsiteX38" fmla="*/ 166047 w 4543952"/>
                  <a:gd name="connsiteY38" fmla="*/ 6392242 h 6858000"/>
                  <a:gd name="connsiteX39" fmla="*/ 173364 w 4543952"/>
                  <a:gd name="connsiteY39" fmla="*/ 6407332 h 6858000"/>
                  <a:gd name="connsiteX40" fmla="*/ 173364 w 4543952"/>
                  <a:gd name="connsiteY40" fmla="*/ 6407331 h 6858000"/>
                  <a:gd name="connsiteX41" fmla="*/ 401733 w 4543952"/>
                  <a:gd name="connsiteY41" fmla="*/ 4221390 h 6858000"/>
                  <a:gd name="connsiteX42" fmla="*/ 396017 w 4543952"/>
                  <a:gd name="connsiteY42" fmla="*/ 4253013 h 6858000"/>
                  <a:gd name="connsiteX43" fmla="*/ 356201 w 4543952"/>
                  <a:gd name="connsiteY43" fmla="*/ 4324644 h 6858000"/>
                  <a:gd name="connsiteX44" fmla="*/ 347247 w 4543952"/>
                  <a:gd name="connsiteY44" fmla="*/ 4363889 h 6858000"/>
                  <a:gd name="connsiteX45" fmla="*/ 347247 w 4543952"/>
                  <a:gd name="connsiteY45" fmla="*/ 4363890 h 6858000"/>
                  <a:gd name="connsiteX46" fmla="*/ 348009 w 4543952"/>
                  <a:gd name="connsiteY46" fmla="*/ 4482004 h 6858000"/>
                  <a:gd name="connsiteX47" fmla="*/ 408019 w 4543952"/>
                  <a:gd name="connsiteY47" fmla="*/ 4659174 h 6858000"/>
                  <a:gd name="connsiteX48" fmla="*/ 416021 w 4543952"/>
                  <a:gd name="connsiteY48" fmla="*/ 4677655 h 6858000"/>
                  <a:gd name="connsiteX49" fmla="*/ 425928 w 4543952"/>
                  <a:gd name="connsiteY49" fmla="*/ 4767764 h 6858000"/>
                  <a:gd name="connsiteX50" fmla="*/ 427237 w 4543952"/>
                  <a:gd name="connsiteY50" fmla="*/ 4800482 h 6858000"/>
                  <a:gd name="connsiteX51" fmla="*/ 412401 w 4543952"/>
                  <a:gd name="connsiteY51" fmla="*/ 4828915 h 6858000"/>
                  <a:gd name="connsiteX52" fmla="*/ 391971 w 4543952"/>
                  <a:gd name="connsiteY52" fmla="*/ 4857316 h 6858000"/>
                  <a:gd name="connsiteX53" fmla="*/ 390221 w 4543952"/>
                  <a:gd name="connsiteY53" fmla="*/ 4863342 h 6858000"/>
                  <a:gd name="connsiteX54" fmla="*/ 387469 w 4543952"/>
                  <a:gd name="connsiteY54" fmla="*/ 4867613 h 6858000"/>
                  <a:gd name="connsiteX55" fmla="*/ 382691 w 4543952"/>
                  <a:gd name="connsiteY55" fmla="*/ 4889274 h 6858000"/>
                  <a:gd name="connsiteX56" fmla="*/ 382691 w 4543952"/>
                  <a:gd name="connsiteY56" fmla="*/ 4889275 h 6858000"/>
                  <a:gd name="connsiteX57" fmla="*/ 384396 w 4543952"/>
                  <a:gd name="connsiteY57" fmla="*/ 4912168 h 6858000"/>
                  <a:gd name="connsiteX58" fmla="*/ 385799 w 4543952"/>
                  <a:gd name="connsiteY58" fmla="*/ 4933804 h 6858000"/>
                  <a:gd name="connsiteX59" fmla="*/ 378247 w 4543952"/>
                  <a:gd name="connsiteY59" fmla="*/ 4957452 h 6858000"/>
                  <a:gd name="connsiteX60" fmla="*/ 360964 w 4543952"/>
                  <a:gd name="connsiteY60" fmla="*/ 4987036 h 6858000"/>
                  <a:gd name="connsiteX61" fmla="*/ 334485 w 4543952"/>
                  <a:gd name="connsiteY61" fmla="*/ 5041520 h 6858000"/>
                  <a:gd name="connsiteX62" fmla="*/ 321371 w 4543952"/>
                  <a:gd name="connsiteY62" fmla="*/ 5087422 h 6858000"/>
                  <a:gd name="connsiteX63" fmla="*/ 321364 w 4543952"/>
                  <a:gd name="connsiteY63" fmla="*/ 5087449 h 6858000"/>
                  <a:gd name="connsiteX64" fmla="*/ 315482 w 4543952"/>
                  <a:gd name="connsiteY64" fmla="*/ 5102460 h 6858000"/>
                  <a:gd name="connsiteX65" fmla="*/ 308338 w 4543952"/>
                  <a:gd name="connsiteY65" fmla="*/ 5133219 h 6858000"/>
                  <a:gd name="connsiteX66" fmla="*/ 308337 w 4543952"/>
                  <a:gd name="connsiteY66" fmla="*/ 5133223 h 6858000"/>
                  <a:gd name="connsiteX67" fmla="*/ 308337 w 4543952"/>
                  <a:gd name="connsiteY67" fmla="*/ 5133224 h 6858000"/>
                  <a:gd name="connsiteX68" fmla="*/ 315052 w 4543952"/>
                  <a:gd name="connsiteY68" fmla="*/ 5166113 h 6858000"/>
                  <a:gd name="connsiteX69" fmla="*/ 314362 w 4543952"/>
                  <a:gd name="connsiteY69" fmla="*/ 5172089 h 6858000"/>
                  <a:gd name="connsiteX70" fmla="*/ 311814 w 4543952"/>
                  <a:gd name="connsiteY70" fmla="*/ 5179066 h 6858000"/>
                  <a:gd name="connsiteX71" fmla="*/ 311814 w 4543952"/>
                  <a:gd name="connsiteY71" fmla="*/ 5179067 h 6858000"/>
                  <a:gd name="connsiteX72" fmla="*/ 335437 w 4543952"/>
                  <a:gd name="connsiteY72" fmla="*/ 5272796 h 6858000"/>
                  <a:gd name="connsiteX73" fmla="*/ 360397 w 4543952"/>
                  <a:gd name="connsiteY73" fmla="*/ 5321350 h 6858000"/>
                  <a:gd name="connsiteX74" fmla="*/ 364317 w 4543952"/>
                  <a:gd name="connsiteY74" fmla="*/ 5355013 h 6858000"/>
                  <a:gd name="connsiteX75" fmla="*/ 359440 w 4543952"/>
                  <a:gd name="connsiteY75" fmla="*/ 5385383 h 6858000"/>
                  <a:gd name="connsiteX76" fmla="*/ 351249 w 4543952"/>
                  <a:gd name="connsiteY76" fmla="*/ 5425581 h 6858000"/>
                  <a:gd name="connsiteX77" fmla="*/ 339627 w 4543952"/>
                  <a:gd name="connsiteY77" fmla="*/ 5480636 h 6858000"/>
                  <a:gd name="connsiteX78" fmla="*/ 335103 w 4543952"/>
                  <a:gd name="connsiteY78" fmla="*/ 5507666 h 6858000"/>
                  <a:gd name="connsiteX79" fmla="*/ 335103 w 4543952"/>
                  <a:gd name="connsiteY79" fmla="*/ 5507667 h 6858000"/>
                  <a:gd name="connsiteX80" fmla="*/ 337324 w 4543952"/>
                  <a:gd name="connsiteY80" fmla="*/ 5520421 h 6858000"/>
                  <a:gd name="connsiteX81" fmla="*/ 345722 w 4543952"/>
                  <a:gd name="connsiteY81" fmla="*/ 5531691 h 6858000"/>
                  <a:gd name="connsiteX82" fmla="*/ 345723 w 4543952"/>
                  <a:gd name="connsiteY82" fmla="*/ 5531693 h 6858000"/>
                  <a:gd name="connsiteX83" fmla="*/ 355869 w 4543952"/>
                  <a:gd name="connsiteY83" fmla="*/ 5547577 h 6858000"/>
                  <a:gd name="connsiteX84" fmla="*/ 346295 w 4543952"/>
                  <a:gd name="connsiteY84" fmla="*/ 5562745 h 6858000"/>
                  <a:gd name="connsiteX85" fmla="*/ 275047 w 4543952"/>
                  <a:gd name="connsiteY85" fmla="*/ 5704482 h 6858000"/>
                  <a:gd name="connsiteX86" fmla="*/ 269141 w 4543952"/>
                  <a:gd name="connsiteY86" fmla="*/ 5740487 h 6858000"/>
                  <a:gd name="connsiteX87" fmla="*/ 260376 w 4543952"/>
                  <a:gd name="connsiteY87" fmla="*/ 5760872 h 6858000"/>
                  <a:gd name="connsiteX88" fmla="*/ 171981 w 4543952"/>
                  <a:gd name="connsiteY88" fmla="*/ 5883750 h 6858000"/>
                  <a:gd name="connsiteX89" fmla="*/ 171979 w 4543952"/>
                  <a:gd name="connsiteY89" fmla="*/ 5883755 h 6858000"/>
                  <a:gd name="connsiteX90" fmla="*/ 160957 w 4543952"/>
                  <a:gd name="connsiteY90" fmla="*/ 5909350 h 6858000"/>
                  <a:gd name="connsiteX91" fmla="*/ 154076 w 4543952"/>
                  <a:gd name="connsiteY91" fmla="*/ 5935945 h 6858000"/>
                  <a:gd name="connsiteX92" fmla="*/ 154075 w 4543952"/>
                  <a:gd name="connsiteY92" fmla="*/ 5935948 h 6858000"/>
                  <a:gd name="connsiteX93" fmla="*/ 154075 w 4543952"/>
                  <a:gd name="connsiteY93" fmla="*/ 5935949 h 6858000"/>
                  <a:gd name="connsiteX94" fmla="*/ 154242 w 4543952"/>
                  <a:gd name="connsiteY94" fmla="*/ 5964476 h 6858000"/>
                  <a:gd name="connsiteX95" fmla="*/ 157695 w 4543952"/>
                  <a:gd name="connsiteY95" fmla="*/ 5993289 h 6858000"/>
                  <a:gd name="connsiteX96" fmla="*/ 157695 w 4543952"/>
                  <a:gd name="connsiteY96" fmla="*/ 5993291 h 6858000"/>
                  <a:gd name="connsiteX97" fmla="*/ 164171 w 4543952"/>
                  <a:gd name="connsiteY97" fmla="*/ 6026440 h 6858000"/>
                  <a:gd name="connsiteX98" fmla="*/ 220371 w 4543952"/>
                  <a:gd name="connsiteY98" fmla="*/ 6108738 h 6858000"/>
                  <a:gd name="connsiteX99" fmla="*/ 234064 w 4543952"/>
                  <a:gd name="connsiteY99" fmla="*/ 6133314 h 6858000"/>
                  <a:gd name="connsiteX100" fmla="*/ 218468 w 4543952"/>
                  <a:gd name="connsiteY100" fmla="*/ 6155599 h 6858000"/>
                  <a:gd name="connsiteX101" fmla="*/ 218465 w 4543952"/>
                  <a:gd name="connsiteY101" fmla="*/ 6155601 h 6858000"/>
                  <a:gd name="connsiteX102" fmla="*/ 179794 w 4543952"/>
                  <a:gd name="connsiteY102" fmla="*/ 6228755 h 6858000"/>
                  <a:gd name="connsiteX103" fmla="*/ 162457 w 4543952"/>
                  <a:gd name="connsiteY103" fmla="*/ 6361538 h 6858000"/>
                  <a:gd name="connsiteX104" fmla="*/ 162457 w 4543952"/>
                  <a:gd name="connsiteY104" fmla="*/ 6361539 h 6858000"/>
                  <a:gd name="connsiteX105" fmla="*/ 179794 w 4543952"/>
                  <a:gd name="connsiteY105" fmla="*/ 6228756 h 6858000"/>
                  <a:gd name="connsiteX106" fmla="*/ 218465 w 4543952"/>
                  <a:gd name="connsiteY106" fmla="*/ 6155602 h 6858000"/>
                  <a:gd name="connsiteX107" fmla="*/ 218468 w 4543952"/>
                  <a:gd name="connsiteY107" fmla="*/ 6155599 h 6858000"/>
                  <a:gd name="connsiteX108" fmla="*/ 230364 w 4543952"/>
                  <a:gd name="connsiteY108" fmla="*/ 6143189 h 6858000"/>
                  <a:gd name="connsiteX109" fmla="*/ 234064 w 4543952"/>
                  <a:gd name="connsiteY109" fmla="*/ 6133314 h 6858000"/>
                  <a:gd name="connsiteX110" fmla="*/ 234064 w 4543952"/>
                  <a:gd name="connsiteY110" fmla="*/ 6133313 h 6858000"/>
                  <a:gd name="connsiteX111" fmla="*/ 220371 w 4543952"/>
                  <a:gd name="connsiteY111" fmla="*/ 6108737 h 6858000"/>
                  <a:gd name="connsiteX112" fmla="*/ 164171 w 4543952"/>
                  <a:gd name="connsiteY112" fmla="*/ 6026439 h 6858000"/>
                  <a:gd name="connsiteX113" fmla="*/ 157695 w 4543952"/>
                  <a:gd name="connsiteY113" fmla="*/ 5993290 h 6858000"/>
                  <a:gd name="connsiteX114" fmla="*/ 157695 w 4543952"/>
                  <a:gd name="connsiteY114" fmla="*/ 5993289 h 6858000"/>
                  <a:gd name="connsiteX115" fmla="*/ 154075 w 4543952"/>
                  <a:gd name="connsiteY115" fmla="*/ 5935949 h 6858000"/>
                  <a:gd name="connsiteX116" fmla="*/ 154076 w 4543952"/>
                  <a:gd name="connsiteY116" fmla="*/ 5935945 h 6858000"/>
                  <a:gd name="connsiteX117" fmla="*/ 171979 w 4543952"/>
                  <a:gd name="connsiteY117" fmla="*/ 5883755 h 6858000"/>
                  <a:gd name="connsiteX118" fmla="*/ 171981 w 4543952"/>
                  <a:gd name="connsiteY118" fmla="*/ 5883751 h 6858000"/>
                  <a:gd name="connsiteX119" fmla="*/ 260376 w 4543952"/>
                  <a:gd name="connsiteY119" fmla="*/ 5760873 h 6858000"/>
                  <a:gd name="connsiteX120" fmla="*/ 269141 w 4543952"/>
                  <a:gd name="connsiteY120" fmla="*/ 5740488 h 6858000"/>
                  <a:gd name="connsiteX121" fmla="*/ 275047 w 4543952"/>
                  <a:gd name="connsiteY121" fmla="*/ 5704483 h 6858000"/>
                  <a:gd name="connsiteX122" fmla="*/ 346295 w 4543952"/>
                  <a:gd name="connsiteY122" fmla="*/ 5562746 h 6858000"/>
                  <a:gd name="connsiteX123" fmla="*/ 355869 w 4543952"/>
                  <a:gd name="connsiteY123" fmla="*/ 5547578 h 6858000"/>
                  <a:gd name="connsiteX124" fmla="*/ 355869 w 4543952"/>
                  <a:gd name="connsiteY124" fmla="*/ 5547577 h 6858000"/>
                  <a:gd name="connsiteX125" fmla="*/ 345723 w 4543952"/>
                  <a:gd name="connsiteY125" fmla="*/ 5531692 h 6858000"/>
                  <a:gd name="connsiteX126" fmla="*/ 345722 w 4543952"/>
                  <a:gd name="connsiteY126" fmla="*/ 5531691 h 6858000"/>
                  <a:gd name="connsiteX127" fmla="*/ 335103 w 4543952"/>
                  <a:gd name="connsiteY127" fmla="*/ 5507667 h 6858000"/>
                  <a:gd name="connsiteX128" fmla="*/ 339627 w 4543952"/>
                  <a:gd name="connsiteY128" fmla="*/ 5480637 h 6858000"/>
                  <a:gd name="connsiteX129" fmla="*/ 351249 w 4543952"/>
                  <a:gd name="connsiteY129" fmla="*/ 5425582 h 6858000"/>
                  <a:gd name="connsiteX130" fmla="*/ 359440 w 4543952"/>
                  <a:gd name="connsiteY130" fmla="*/ 5385384 h 6858000"/>
                  <a:gd name="connsiteX131" fmla="*/ 364317 w 4543952"/>
                  <a:gd name="connsiteY131" fmla="*/ 5355014 h 6858000"/>
                  <a:gd name="connsiteX132" fmla="*/ 364317 w 4543952"/>
                  <a:gd name="connsiteY132" fmla="*/ 5355013 h 6858000"/>
                  <a:gd name="connsiteX133" fmla="*/ 362870 w 4543952"/>
                  <a:gd name="connsiteY133" fmla="*/ 5326162 h 6858000"/>
                  <a:gd name="connsiteX134" fmla="*/ 360397 w 4543952"/>
                  <a:gd name="connsiteY134" fmla="*/ 5321350 h 6858000"/>
                  <a:gd name="connsiteX135" fmla="*/ 359341 w 4543952"/>
                  <a:gd name="connsiteY135" fmla="*/ 5312287 h 6858000"/>
                  <a:gd name="connsiteX136" fmla="*/ 335437 w 4543952"/>
                  <a:gd name="connsiteY136" fmla="*/ 5272795 h 6858000"/>
                  <a:gd name="connsiteX137" fmla="*/ 311981 w 4543952"/>
                  <a:gd name="connsiteY137" fmla="*/ 5229432 h 6858000"/>
                  <a:gd name="connsiteX138" fmla="*/ 311814 w 4543952"/>
                  <a:gd name="connsiteY138" fmla="*/ 5179067 h 6858000"/>
                  <a:gd name="connsiteX139" fmla="*/ 314362 w 4543952"/>
                  <a:gd name="connsiteY139" fmla="*/ 5172090 h 6858000"/>
                  <a:gd name="connsiteX140" fmla="*/ 315052 w 4543952"/>
                  <a:gd name="connsiteY140" fmla="*/ 5166113 h 6858000"/>
                  <a:gd name="connsiteX141" fmla="*/ 315052 w 4543952"/>
                  <a:gd name="connsiteY141" fmla="*/ 5166112 h 6858000"/>
                  <a:gd name="connsiteX142" fmla="*/ 308337 w 4543952"/>
                  <a:gd name="connsiteY142" fmla="*/ 5133224 h 6858000"/>
                  <a:gd name="connsiteX143" fmla="*/ 308338 w 4543952"/>
                  <a:gd name="connsiteY143" fmla="*/ 5133219 h 6858000"/>
                  <a:gd name="connsiteX144" fmla="*/ 321364 w 4543952"/>
                  <a:gd name="connsiteY144" fmla="*/ 5087449 h 6858000"/>
                  <a:gd name="connsiteX145" fmla="*/ 327270 w 4543952"/>
                  <a:gd name="connsiteY145" fmla="*/ 5072375 h 6858000"/>
                  <a:gd name="connsiteX146" fmla="*/ 334485 w 4543952"/>
                  <a:gd name="connsiteY146" fmla="*/ 5041521 h 6858000"/>
                  <a:gd name="connsiteX147" fmla="*/ 360964 w 4543952"/>
                  <a:gd name="connsiteY147" fmla="*/ 4987037 h 6858000"/>
                  <a:gd name="connsiteX148" fmla="*/ 376969 w 4543952"/>
                  <a:gd name="connsiteY148" fmla="*/ 4961455 h 6858000"/>
                  <a:gd name="connsiteX149" fmla="*/ 378247 w 4543952"/>
                  <a:gd name="connsiteY149" fmla="*/ 4957452 h 6858000"/>
                  <a:gd name="connsiteX150" fmla="*/ 381039 w 4543952"/>
                  <a:gd name="connsiteY150" fmla="*/ 4952672 h 6858000"/>
                  <a:gd name="connsiteX151" fmla="*/ 385799 w 4543952"/>
                  <a:gd name="connsiteY151" fmla="*/ 4933804 h 6858000"/>
                  <a:gd name="connsiteX152" fmla="*/ 384396 w 4543952"/>
                  <a:gd name="connsiteY152" fmla="*/ 4912167 h 6858000"/>
                  <a:gd name="connsiteX153" fmla="*/ 382691 w 4543952"/>
                  <a:gd name="connsiteY153" fmla="*/ 4889274 h 6858000"/>
                  <a:gd name="connsiteX154" fmla="*/ 390221 w 4543952"/>
                  <a:gd name="connsiteY154" fmla="*/ 4863342 h 6858000"/>
                  <a:gd name="connsiteX155" fmla="*/ 412401 w 4543952"/>
                  <a:gd name="connsiteY155" fmla="*/ 4828916 h 6858000"/>
                  <a:gd name="connsiteX156" fmla="*/ 427237 w 4543952"/>
                  <a:gd name="connsiteY156" fmla="*/ 4800483 h 6858000"/>
                  <a:gd name="connsiteX157" fmla="*/ 427237 w 4543952"/>
                  <a:gd name="connsiteY157" fmla="*/ 4800482 h 6858000"/>
                  <a:gd name="connsiteX158" fmla="*/ 425928 w 4543952"/>
                  <a:gd name="connsiteY158" fmla="*/ 4767763 h 6858000"/>
                  <a:gd name="connsiteX159" fmla="*/ 416021 w 4543952"/>
                  <a:gd name="connsiteY159" fmla="*/ 4677654 h 6858000"/>
                  <a:gd name="connsiteX160" fmla="*/ 408019 w 4543952"/>
                  <a:gd name="connsiteY160" fmla="*/ 4659173 h 6858000"/>
                  <a:gd name="connsiteX161" fmla="*/ 348009 w 4543952"/>
                  <a:gd name="connsiteY161" fmla="*/ 4482003 h 6858000"/>
                  <a:gd name="connsiteX162" fmla="*/ 347247 w 4543952"/>
                  <a:gd name="connsiteY162" fmla="*/ 4363890 h 6858000"/>
                  <a:gd name="connsiteX163" fmla="*/ 356201 w 4543952"/>
                  <a:gd name="connsiteY163" fmla="*/ 4324645 h 6858000"/>
                  <a:gd name="connsiteX164" fmla="*/ 396017 w 4543952"/>
                  <a:gd name="connsiteY164" fmla="*/ 4253014 h 6858000"/>
                  <a:gd name="connsiteX165" fmla="*/ 401733 w 4543952"/>
                  <a:gd name="connsiteY165" fmla="*/ 4221391 h 6858000"/>
                  <a:gd name="connsiteX166" fmla="*/ 332842 w 4543952"/>
                  <a:gd name="connsiteY166" fmla="*/ 2836171 h 6858000"/>
                  <a:gd name="connsiteX167" fmla="*/ 332842 w 4543952"/>
                  <a:gd name="connsiteY167" fmla="*/ 2836172 h 6858000"/>
                  <a:gd name="connsiteX168" fmla="*/ 341533 w 4543952"/>
                  <a:gd name="connsiteY168" fmla="*/ 2848793 h 6858000"/>
                  <a:gd name="connsiteX169" fmla="*/ 358166 w 4543952"/>
                  <a:gd name="connsiteY169" fmla="*/ 2903544 h 6858000"/>
                  <a:gd name="connsiteX170" fmla="*/ 366072 w 4543952"/>
                  <a:gd name="connsiteY170" fmla="*/ 2947858 h 6858000"/>
                  <a:gd name="connsiteX171" fmla="*/ 366072 w 4543952"/>
                  <a:gd name="connsiteY171" fmla="*/ 2947862 h 6858000"/>
                  <a:gd name="connsiteX172" fmla="*/ 362488 w 4543952"/>
                  <a:gd name="connsiteY172" fmla="*/ 2982147 h 6858000"/>
                  <a:gd name="connsiteX173" fmla="*/ 350796 w 4543952"/>
                  <a:gd name="connsiteY173" fmla="*/ 3077400 h 6858000"/>
                  <a:gd name="connsiteX174" fmla="*/ 350796 w 4543952"/>
                  <a:gd name="connsiteY174" fmla="*/ 3077401 h 6858000"/>
                  <a:gd name="connsiteX175" fmla="*/ 363250 w 4543952"/>
                  <a:gd name="connsiteY175" fmla="*/ 3172654 h 6858000"/>
                  <a:gd name="connsiteX176" fmla="*/ 410877 w 4543952"/>
                  <a:gd name="connsiteY176" fmla="*/ 3489467 h 6858000"/>
                  <a:gd name="connsiteX177" fmla="*/ 432976 w 4543952"/>
                  <a:gd name="connsiteY177" fmla="*/ 3544713 h 6858000"/>
                  <a:gd name="connsiteX178" fmla="*/ 445520 w 4543952"/>
                  <a:gd name="connsiteY178" fmla="*/ 3562320 h 6858000"/>
                  <a:gd name="connsiteX179" fmla="*/ 450598 w 4543952"/>
                  <a:gd name="connsiteY179" fmla="*/ 3574407 h 6858000"/>
                  <a:gd name="connsiteX180" fmla="*/ 448246 w 4543952"/>
                  <a:gd name="connsiteY180" fmla="*/ 3587173 h 6858000"/>
                  <a:gd name="connsiteX181" fmla="*/ 438500 w 4543952"/>
                  <a:gd name="connsiteY181" fmla="*/ 3606816 h 6858000"/>
                  <a:gd name="connsiteX182" fmla="*/ 424974 w 4543952"/>
                  <a:gd name="connsiteY182" fmla="*/ 3630631 h 6858000"/>
                  <a:gd name="connsiteX183" fmla="*/ 400733 w 4543952"/>
                  <a:gd name="connsiteY183" fmla="*/ 3680162 h 6858000"/>
                  <a:gd name="connsiteX184" fmla="*/ 400733 w 4543952"/>
                  <a:gd name="connsiteY184" fmla="*/ 3680163 h 6858000"/>
                  <a:gd name="connsiteX185" fmla="*/ 404781 w 4543952"/>
                  <a:gd name="connsiteY185" fmla="*/ 3734837 h 6858000"/>
                  <a:gd name="connsiteX186" fmla="*/ 404399 w 4543952"/>
                  <a:gd name="connsiteY186" fmla="*/ 3754651 h 6858000"/>
                  <a:gd name="connsiteX187" fmla="*/ 398042 w 4543952"/>
                  <a:gd name="connsiteY187" fmla="*/ 3789775 h 6858000"/>
                  <a:gd name="connsiteX188" fmla="*/ 398042 w 4543952"/>
                  <a:gd name="connsiteY188" fmla="*/ 3789776 h 6858000"/>
                  <a:gd name="connsiteX189" fmla="*/ 412973 w 4543952"/>
                  <a:gd name="connsiteY189" fmla="*/ 3822472 h 6858000"/>
                  <a:gd name="connsiteX190" fmla="*/ 427308 w 4543952"/>
                  <a:gd name="connsiteY190" fmla="*/ 3852619 h 6858000"/>
                  <a:gd name="connsiteX191" fmla="*/ 417926 w 4543952"/>
                  <a:gd name="connsiteY191" fmla="*/ 3885336 h 6858000"/>
                  <a:gd name="connsiteX192" fmla="*/ 417925 w 4543952"/>
                  <a:gd name="connsiteY192" fmla="*/ 3885337 h 6858000"/>
                  <a:gd name="connsiteX193" fmla="*/ 386040 w 4543952"/>
                  <a:gd name="connsiteY193" fmla="*/ 3962158 h 6858000"/>
                  <a:gd name="connsiteX194" fmla="*/ 386040 w 4543952"/>
                  <a:gd name="connsiteY194" fmla="*/ 3962159 h 6858000"/>
                  <a:gd name="connsiteX195" fmla="*/ 388431 w 4543952"/>
                  <a:gd name="connsiteY195" fmla="*/ 4002409 h 6858000"/>
                  <a:gd name="connsiteX196" fmla="*/ 401733 w 4543952"/>
                  <a:gd name="connsiteY196" fmla="*/ 4043837 h 6858000"/>
                  <a:gd name="connsiteX197" fmla="*/ 401733 w 4543952"/>
                  <a:gd name="connsiteY197" fmla="*/ 4043839 h 6858000"/>
                  <a:gd name="connsiteX198" fmla="*/ 416855 w 4543952"/>
                  <a:gd name="connsiteY198" fmla="*/ 4103825 h 6858000"/>
                  <a:gd name="connsiteX199" fmla="*/ 405544 w 4543952"/>
                  <a:gd name="connsiteY199" fmla="*/ 4165381 h 6858000"/>
                  <a:gd name="connsiteX200" fmla="*/ 405543 w 4543952"/>
                  <a:gd name="connsiteY200" fmla="*/ 4165382 h 6858000"/>
                  <a:gd name="connsiteX201" fmla="*/ 401638 w 4543952"/>
                  <a:gd name="connsiteY201" fmla="*/ 4192386 h 6858000"/>
                  <a:gd name="connsiteX202" fmla="*/ 401638 w 4543952"/>
                  <a:gd name="connsiteY202" fmla="*/ 4192387 h 6858000"/>
                  <a:gd name="connsiteX203" fmla="*/ 405543 w 4543952"/>
                  <a:gd name="connsiteY203" fmla="*/ 4165383 h 6858000"/>
                  <a:gd name="connsiteX204" fmla="*/ 405544 w 4543952"/>
                  <a:gd name="connsiteY204" fmla="*/ 4165381 h 6858000"/>
                  <a:gd name="connsiteX205" fmla="*/ 414887 w 4543952"/>
                  <a:gd name="connsiteY205" fmla="*/ 4134255 h 6858000"/>
                  <a:gd name="connsiteX206" fmla="*/ 416855 w 4543952"/>
                  <a:gd name="connsiteY206" fmla="*/ 4103825 h 6858000"/>
                  <a:gd name="connsiteX207" fmla="*/ 416855 w 4543952"/>
                  <a:gd name="connsiteY207" fmla="*/ 4103824 h 6858000"/>
                  <a:gd name="connsiteX208" fmla="*/ 401733 w 4543952"/>
                  <a:gd name="connsiteY208" fmla="*/ 4043838 h 6858000"/>
                  <a:gd name="connsiteX209" fmla="*/ 401733 w 4543952"/>
                  <a:gd name="connsiteY209" fmla="*/ 4043837 h 6858000"/>
                  <a:gd name="connsiteX210" fmla="*/ 386040 w 4543952"/>
                  <a:gd name="connsiteY210" fmla="*/ 3962159 h 6858000"/>
                  <a:gd name="connsiteX211" fmla="*/ 395544 w 4543952"/>
                  <a:gd name="connsiteY211" fmla="*/ 3923124 h 6858000"/>
                  <a:gd name="connsiteX212" fmla="*/ 417925 w 4543952"/>
                  <a:gd name="connsiteY212" fmla="*/ 3885338 h 6858000"/>
                  <a:gd name="connsiteX213" fmla="*/ 417926 w 4543952"/>
                  <a:gd name="connsiteY213" fmla="*/ 3885336 h 6858000"/>
                  <a:gd name="connsiteX214" fmla="*/ 426528 w 4543952"/>
                  <a:gd name="connsiteY214" fmla="*/ 3868763 h 6858000"/>
                  <a:gd name="connsiteX215" fmla="*/ 427308 w 4543952"/>
                  <a:gd name="connsiteY215" fmla="*/ 3852619 h 6858000"/>
                  <a:gd name="connsiteX216" fmla="*/ 427308 w 4543952"/>
                  <a:gd name="connsiteY216" fmla="*/ 3852618 h 6858000"/>
                  <a:gd name="connsiteX217" fmla="*/ 412973 w 4543952"/>
                  <a:gd name="connsiteY217" fmla="*/ 3822471 h 6858000"/>
                  <a:gd name="connsiteX218" fmla="*/ 398042 w 4543952"/>
                  <a:gd name="connsiteY218" fmla="*/ 3789775 h 6858000"/>
                  <a:gd name="connsiteX219" fmla="*/ 404399 w 4543952"/>
                  <a:gd name="connsiteY219" fmla="*/ 3754652 h 6858000"/>
                  <a:gd name="connsiteX220" fmla="*/ 404781 w 4543952"/>
                  <a:gd name="connsiteY220" fmla="*/ 3734837 h 6858000"/>
                  <a:gd name="connsiteX221" fmla="*/ 404781 w 4543952"/>
                  <a:gd name="connsiteY221" fmla="*/ 3734836 h 6858000"/>
                  <a:gd name="connsiteX222" fmla="*/ 400733 w 4543952"/>
                  <a:gd name="connsiteY222" fmla="*/ 3680163 h 6858000"/>
                  <a:gd name="connsiteX223" fmla="*/ 407246 w 4543952"/>
                  <a:gd name="connsiteY223" fmla="*/ 3654415 h 6858000"/>
                  <a:gd name="connsiteX224" fmla="*/ 424974 w 4543952"/>
                  <a:gd name="connsiteY224" fmla="*/ 3630632 h 6858000"/>
                  <a:gd name="connsiteX225" fmla="*/ 438500 w 4543952"/>
                  <a:gd name="connsiteY225" fmla="*/ 3606817 h 6858000"/>
                  <a:gd name="connsiteX226" fmla="*/ 450598 w 4543952"/>
                  <a:gd name="connsiteY226" fmla="*/ 3574408 h 6858000"/>
                  <a:gd name="connsiteX227" fmla="*/ 450598 w 4543952"/>
                  <a:gd name="connsiteY227" fmla="*/ 3574407 h 6858000"/>
                  <a:gd name="connsiteX228" fmla="*/ 432976 w 4543952"/>
                  <a:gd name="connsiteY228" fmla="*/ 3544712 h 6858000"/>
                  <a:gd name="connsiteX229" fmla="*/ 410877 w 4543952"/>
                  <a:gd name="connsiteY229" fmla="*/ 3489466 h 6858000"/>
                  <a:gd name="connsiteX230" fmla="*/ 363250 w 4543952"/>
                  <a:gd name="connsiteY230" fmla="*/ 3172653 h 6858000"/>
                  <a:gd name="connsiteX231" fmla="*/ 350796 w 4543952"/>
                  <a:gd name="connsiteY231" fmla="*/ 3077401 h 6858000"/>
                  <a:gd name="connsiteX232" fmla="*/ 362488 w 4543952"/>
                  <a:gd name="connsiteY232" fmla="*/ 2982148 h 6858000"/>
                  <a:gd name="connsiteX233" fmla="*/ 366072 w 4543952"/>
                  <a:gd name="connsiteY233" fmla="*/ 2947862 h 6858000"/>
                  <a:gd name="connsiteX234" fmla="*/ 366072 w 4543952"/>
                  <a:gd name="connsiteY234" fmla="*/ 2947861 h 6858000"/>
                  <a:gd name="connsiteX235" fmla="*/ 366072 w 4543952"/>
                  <a:gd name="connsiteY235" fmla="*/ 2947858 h 6858000"/>
                  <a:gd name="connsiteX236" fmla="*/ 361441 w 4543952"/>
                  <a:gd name="connsiteY236" fmla="*/ 2914327 h 6858000"/>
                  <a:gd name="connsiteX237" fmla="*/ 358166 w 4543952"/>
                  <a:gd name="connsiteY237" fmla="*/ 2903544 h 6858000"/>
                  <a:gd name="connsiteX238" fmla="*/ 357138 w 4543952"/>
                  <a:gd name="connsiteY238" fmla="*/ 2897784 h 6858000"/>
                  <a:gd name="connsiteX239" fmla="*/ 341533 w 4543952"/>
                  <a:gd name="connsiteY239" fmla="*/ 2848792 h 6858000"/>
                  <a:gd name="connsiteX240" fmla="*/ 296001 w 4543952"/>
                  <a:gd name="connsiteY240" fmla="*/ 2745351 h 6858000"/>
                  <a:gd name="connsiteX241" fmla="*/ 289670 w 4543952"/>
                  <a:gd name="connsiteY241" fmla="*/ 2770757 h 6858000"/>
                  <a:gd name="connsiteX242" fmla="*/ 290080 w 4543952"/>
                  <a:gd name="connsiteY242" fmla="*/ 2778005 h 6858000"/>
                  <a:gd name="connsiteX243" fmla="*/ 289301 w 4543952"/>
                  <a:gd name="connsiteY243" fmla="*/ 2782304 h 6858000"/>
                  <a:gd name="connsiteX244" fmla="*/ 290501 w 4543952"/>
                  <a:gd name="connsiteY244" fmla="*/ 2785439 h 6858000"/>
                  <a:gd name="connsiteX245" fmla="*/ 290929 w 4543952"/>
                  <a:gd name="connsiteY245" fmla="*/ 2793022 h 6858000"/>
                  <a:gd name="connsiteX246" fmla="*/ 300579 w 4543952"/>
                  <a:gd name="connsiteY246" fmla="*/ 2811779 h 6858000"/>
                  <a:gd name="connsiteX247" fmla="*/ 300582 w 4543952"/>
                  <a:gd name="connsiteY247" fmla="*/ 2811786 h 6858000"/>
                  <a:gd name="connsiteX248" fmla="*/ 300583 w 4543952"/>
                  <a:gd name="connsiteY248" fmla="*/ 2811786 h 6858000"/>
                  <a:gd name="connsiteX249" fmla="*/ 300579 w 4543952"/>
                  <a:gd name="connsiteY249" fmla="*/ 2811779 h 6858000"/>
                  <a:gd name="connsiteX250" fmla="*/ 290501 w 4543952"/>
                  <a:gd name="connsiteY250" fmla="*/ 2785439 h 6858000"/>
                  <a:gd name="connsiteX251" fmla="*/ 290080 w 4543952"/>
                  <a:gd name="connsiteY251" fmla="*/ 2778005 h 6858000"/>
                  <a:gd name="connsiteX252" fmla="*/ 817328 w 4543952"/>
                  <a:gd name="connsiteY252" fmla="*/ 1508457 h 6858000"/>
                  <a:gd name="connsiteX253" fmla="*/ 845421 w 4543952"/>
                  <a:gd name="connsiteY253" fmla="*/ 1596212 h 6858000"/>
                  <a:gd name="connsiteX254" fmla="*/ 843517 w 4543952"/>
                  <a:gd name="connsiteY254" fmla="*/ 1624979 h 6858000"/>
                  <a:gd name="connsiteX255" fmla="*/ 786935 w 4543952"/>
                  <a:gd name="connsiteY255" fmla="*/ 1697752 h 6858000"/>
                  <a:gd name="connsiteX256" fmla="*/ 764267 w 4543952"/>
                  <a:gd name="connsiteY256" fmla="*/ 1733187 h 6858000"/>
                  <a:gd name="connsiteX257" fmla="*/ 722546 w 4543952"/>
                  <a:gd name="connsiteY257" fmla="*/ 1833774 h 6858000"/>
                  <a:gd name="connsiteX258" fmla="*/ 714925 w 4543952"/>
                  <a:gd name="connsiteY258" fmla="*/ 1842157 h 6858000"/>
                  <a:gd name="connsiteX259" fmla="*/ 624434 w 4543952"/>
                  <a:gd name="connsiteY259" fmla="*/ 1916453 h 6858000"/>
                  <a:gd name="connsiteX260" fmla="*/ 609004 w 4543952"/>
                  <a:gd name="connsiteY260" fmla="*/ 1933218 h 6858000"/>
                  <a:gd name="connsiteX261" fmla="*/ 584999 w 4543952"/>
                  <a:gd name="connsiteY261" fmla="*/ 1953412 h 6858000"/>
                  <a:gd name="connsiteX262" fmla="*/ 538516 w 4543952"/>
                  <a:gd name="connsiteY262" fmla="*/ 2016468 h 6858000"/>
                  <a:gd name="connsiteX263" fmla="*/ 523657 w 4543952"/>
                  <a:gd name="connsiteY263" fmla="*/ 2094577 h 6858000"/>
                  <a:gd name="connsiteX264" fmla="*/ 500986 w 4543952"/>
                  <a:gd name="connsiteY264" fmla="*/ 2188878 h 6858000"/>
                  <a:gd name="connsiteX265" fmla="*/ 485746 w 4543952"/>
                  <a:gd name="connsiteY265" fmla="*/ 2228313 h 6858000"/>
                  <a:gd name="connsiteX266" fmla="*/ 456789 w 4543952"/>
                  <a:gd name="connsiteY266" fmla="*/ 2334043 h 6858000"/>
                  <a:gd name="connsiteX267" fmla="*/ 432404 w 4543952"/>
                  <a:gd name="connsiteY267" fmla="*/ 2409484 h 6858000"/>
                  <a:gd name="connsiteX268" fmla="*/ 415303 w 4543952"/>
                  <a:gd name="connsiteY268" fmla="*/ 2435912 h 6858000"/>
                  <a:gd name="connsiteX269" fmla="*/ 415303 w 4543952"/>
                  <a:gd name="connsiteY269" fmla="*/ 2435912 h 6858000"/>
                  <a:gd name="connsiteX270" fmla="*/ 415303 w 4543952"/>
                  <a:gd name="connsiteY270" fmla="*/ 2435912 h 6858000"/>
                  <a:gd name="connsiteX271" fmla="*/ 414227 w 4543952"/>
                  <a:gd name="connsiteY271" fmla="*/ 2440915 h 6858000"/>
                  <a:gd name="connsiteX272" fmla="*/ 409472 w 4543952"/>
                  <a:gd name="connsiteY272" fmla="*/ 2463016 h 6858000"/>
                  <a:gd name="connsiteX273" fmla="*/ 409472 w 4543952"/>
                  <a:gd name="connsiteY273" fmla="*/ 2463017 h 6858000"/>
                  <a:gd name="connsiteX274" fmla="*/ 411535 w 4543952"/>
                  <a:gd name="connsiteY274" fmla="*/ 2490550 h 6858000"/>
                  <a:gd name="connsiteX275" fmla="*/ 418115 w 4543952"/>
                  <a:gd name="connsiteY275" fmla="*/ 2518261 h 6858000"/>
                  <a:gd name="connsiteX276" fmla="*/ 418115 w 4543952"/>
                  <a:gd name="connsiteY276" fmla="*/ 2518264 h 6858000"/>
                  <a:gd name="connsiteX277" fmla="*/ 421759 w 4543952"/>
                  <a:gd name="connsiteY277" fmla="*/ 2545006 h 6858000"/>
                  <a:gd name="connsiteX278" fmla="*/ 417545 w 4543952"/>
                  <a:gd name="connsiteY278" fmla="*/ 2571033 h 6858000"/>
                  <a:gd name="connsiteX279" fmla="*/ 344391 w 4543952"/>
                  <a:gd name="connsiteY279" fmla="*/ 2668000 h 6858000"/>
                  <a:gd name="connsiteX280" fmla="*/ 296001 w 4543952"/>
                  <a:gd name="connsiteY280" fmla="*/ 2745347 h 6858000"/>
                  <a:gd name="connsiteX281" fmla="*/ 296001 w 4543952"/>
                  <a:gd name="connsiteY281" fmla="*/ 2745348 h 6858000"/>
                  <a:gd name="connsiteX282" fmla="*/ 344391 w 4543952"/>
                  <a:gd name="connsiteY282" fmla="*/ 2668001 h 6858000"/>
                  <a:gd name="connsiteX283" fmla="*/ 417545 w 4543952"/>
                  <a:gd name="connsiteY283" fmla="*/ 2571034 h 6858000"/>
                  <a:gd name="connsiteX284" fmla="*/ 421760 w 4543952"/>
                  <a:gd name="connsiteY284" fmla="*/ 2545006 h 6858000"/>
                  <a:gd name="connsiteX285" fmla="*/ 421759 w 4543952"/>
                  <a:gd name="connsiteY285" fmla="*/ 2545006 h 6858000"/>
                  <a:gd name="connsiteX286" fmla="*/ 421760 w 4543952"/>
                  <a:gd name="connsiteY286" fmla="*/ 2545005 h 6858000"/>
                  <a:gd name="connsiteX287" fmla="*/ 418115 w 4543952"/>
                  <a:gd name="connsiteY287" fmla="*/ 2518263 h 6858000"/>
                  <a:gd name="connsiteX288" fmla="*/ 418115 w 4543952"/>
                  <a:gd name="connsiteY288" fmla="*/ 2518261 h 6858000"/>
                  <a:gd name="connsiteX289" fmla="*/ 409472 w 4543952"/>
                  <a:gd name="connsiteY289" fmla="*/ 2463017 h 6858000"/>
                  <a:gd name="connsiteX290" fmla="*/ 414227 w 4543952"/>
                  <a:gd name="connsiteY290" fmla="*/ 2440915 h 6858000"/>
                  <a:gd name="connsiteX291" fmla="*/ 415303 w 4543952"/>
                  <a:gd name="connsiteY291" fmla="*/ 2435912 h 6858000"/>
                  <a:gd name="connsiteX292" fmla="*/ 432404 w 4543952"/>
                  <a:gd name="connsiteY292" fmla="*/ 2409485 h 6858000"/>
                  <a:gd name="connsiteX293" fmla="*/ 456789 w 4543952"/>
                  <a:gd name="connsiteY293" fmla="*/ 2334044 h 6858000"/>
                  <a:gd name="connsiteX294" fmla="*/ 485746 w 4543952"/>
                  <a:gd name="connsiteY294" fmla="*/ 2228314 h 6858000"/>
                  <a:gd name="connsiteX295" fmla="*/ 500986 w 4543952"/>
                  <a:gd name="connsiteY295" fmla="*/ 2188879 h 6858000"/>
                  <a:gd name="connsiteX296" fmla="*/ 523657 w 4543952"/>
                  <a:gd name="connsiteY296" fmla="*/ 2094578 h 6858000"/>
                  <a:gd name="connsiteX297" fmla="*/ 538516 w 4543952"/>
                  <a:gd name="connsiteY297" fmla="*/ 2016469 h 6858000"/>
                  <a:gd name="connsiteX298" fmla="*/ 584999 w 4543952"/>
                  <a:gd name="connsiteY298" fmla="*/ 1953413 h 6858000"/>
                  <a:gd name="connsiteX299" fmla="*/ 609004 w 4543952"/>
                  <a:gd name="connsiteY299" fmla="*/ 1933219 h 6858000"/>
                  <a:gd name="connsiteX300" fmla="*/ 624434 w 4543952"/>
                  <a:gd name="connsiteY300" fmla="*/ 1916454 h 6858000"/>
                  <a:gd name="connsiteX301" fmla="*/ 714925 w 4543952"/>
                  <a:gd name="connsiteY301" fmla="*/ 1842158 h 6858000"/>
                  <a:gd name="connsiteX302" fmla="*/ 722546 w 4543952"/>
                  <a:gd name="connsiteY302" fmla="*/ 1833775 h 6858000"/>
                  <a:gd name="connsiteX303" fmla="*/ 764267 w 4543952"/>
                  <a:gd name="connsiteY303" fmla="*/ 1733188 h 6858000"/>
                  <a:gd name="connsiteX304" fmla="*/ 786936 w 4543952"/>
                  <a:gd name="connsiteY304" fmla="*/ 1697753 h 6858000"/>
                  <a:gd name="connsiteX305" fmla="*/ 843517 w 4543952"/>
                  <a:gd name="connsiteY305" fmla="*/ 1624980 h 6858000"/>
                  <a:gd name="connsiteX306" fmla="*/ 845422 w 4543952"/>
                  <a:gd name="connsiteY306" fmla="*/ 1596213 h 6858000"/>
                  <a:gd name="connsiteX307" fmla="*/ 798723 w 4543952"/>
                  <a:gd name="connsiteY307" fmla="*/ 1459072 h 6858000"/>
                  <a:gd name="connsiteX308" fmla="*/ 807941 w 4543952"/>
                  <a:gd name="connsiteY308" fmla="*/ 1481571 h 6858000"/>
                  <a:gd name="connsiteX309" fmla="*/ 798724 w 4543952"/>
                  <a:gd name="connsiteY309" fmla="*/ 1459073 h 6858000"/>
                  <a:gd name="connsiteX310" fmla="*/ 779530 w 4543952"/>
                  <a:gd name="connsiteY310" fmla="*/ 1268757 h 6858000"/>
                  <a:gd name="connsiteX311" fmla="*/ 774363 w 4543952"/>
                  <a:gd name="connsiteY311" fmla="*/ 1286068 h 6858000"/>
                  <a:gd name="connsiteX312" fmla="*/ 752025 w 4543952"/>
                  <a:gd name="connsiteY312" fmla="*/ 1350626 h 6858000"/>
                  <a:gd name="connsiteX313" fmla="*/ 757620 w 4543952"/>
                  <a:gd name="connsiteY313" fmla="*/ 1413839 h 6858000"/>
                  <a:gd name="connsiteX314" fmla="*/ 752026 w 4543952"/>
                  <a:gd name="connsiteY314" fmla="*/ 1350627 h 6858000"/>
                  <a:gd name="connsiteX315" fmla="*/ 774363 w 4543952"/>
                  <a:gd name="connsiteY315" fmla="*/ 1286069 h 6858000"/>
                  <a:gd name="connsiteX316" fmla="*/ 779530 w 4543952"/>
                  <a:gd name="connsiteY316" fmla="*/ 1268757 h 6858000"/>
                  <a:gd name="connsiteX317" fmla="*/ 837801 w 4543952"/>
                  <a:gd name="connsiteY317" fmla="*/ 773034 h 6858000"/>
                  <a:gd name="connsiteX318" fmla="*/ 829801 w 4543952"/>
                  <a:gd name="connsiteY318" fmla="*/ 854378 h 6858000"/>
                  <a:gd name="connsiteX319" fmla="*/ 798747 w 4543952"/>
                  <a:gd name="connsiteY319" fmla="*/ 915342 h 6858000"/>
                  <a:gd name="connsiteX320" fmla="*/ 788269 w 4543952"/>
                  <a:gd name="connsiteY320" fmla="*/ 927154 h 6858000"/>
                  <a:gd name="connsiteX321" fmla="*/ 791889 w 4543952"/>
                  <a:gd name="connsiteY321" fmla="*/ 1097086 h 6858000"/>
                  <a:gd name="connsiteX322" fmla="*/ 796271 w 4543952"/>
                  <a:gd name="connsiteY322" fmla="*/ 1123184 h 6858000"/>
                  <a:gd name="connsiteX323" fmla="*/ 771553 w 4543952"/>
                  <a:gd name="connsiteY323" fmla="*/ 1184028 h 6858000"/>
                  <a:gd name="connsiteX324" fmla="*/ 796272 w 4543952"/>
                  <a:gd name="connsiteY324" fmla="*/ 1123185 h 6858000"/>
                  <a:gd name="connsiteX325" fmla="*/ 791890 w 4543952"/>
                  <a:gd name="connsiteY325" fmla="*/ 1097087 h 6858000"/>
                  <a:gd name="connsiteX326" fmla="*/ 788270 w 4543952"/>
                  <a:gd name="connsiteY326" fmla="*/ 927155 h 6858000"/>
                  <a:gd name="connsiteX327" fmla="*/ 798748 w 4543952"/>
                  <a:gd name="connsiteY327" fmla="*/ 915343 h 6858000"/>
                  <a:gd name="connsiteX328" fmla="*/ 829801 w 4543952"/>
                  <a:gd name="connsiteY328" fmla="*/ 854379 h 6858000"/>
                  <a:gd name="connsiteX329" fmla="*/ 837801 w 4543952"/>
                  <a:gd name="connsiteY329" fmla="*/ 773035 h 6858000"/>
                  <a:gd name="connsiteX330" fmla="*/ 782400 w 4543952"/>
                  <a:gd name="connsiteY330" fmla="*/ 517850 h 6858000"/>
                  <a:gd name="connsiteX331" fmla="*/ 791317 w 4543952"/>
                  <a:gd name="connsiteY331" fmla="*/ 556046 h 6858000"/>
                  <a:gd name="connsiteX332" fmla="*/ 797795 w 4543952"/>
                  <a:gd name="connsiteY332" fmla="*/ 580049 h 6858000"/>
                  <a:gd name="connsiteX333" fmla="*/ 801176 w 4543952"/>
                  <a:gd name="connsiteY333" fmla="*/ 642536 h 6858000"/>
                  <a:gd name="connsiteX334" fmla="*/ 813700 w 4543952"/>
                  <a:gd name="connsiteY334" fmla="*/ 694927 h 6858000"/>
                  <a:gd name="connsiteX335" fmla="*/ 801177 w 4543952"/>
                  <a:gd name="connsiteY335" fmla="*/ 642537 h 6858000"/>
                  <a:gd name="connsiteX336" fmla="*/ 797796 w 4543952"/>
                  <a:gd name="connsiteY336" fmla="*/ 580050 h 6858000"/>
                  <a:gd name="connsiteX337" fmla="*/ 791318 w 4543952"/>
                  <a:gd name="connsiteY337" fmla="*/ 556047 h 6858000"/>
                  <a:gd name="connsiteX338" fmla="*/ 783887 w 4543952"/>
                  <a:gd name="connsiteY338" fmla="*/ 313532 h 6858000"/>
                  <a:gd name="connsiteX339" fmla="*/ 786245 w 4543952"/>
                  <a:gd name="connsiteY339" fmla="*/ 324057 h 6858000"/>
                  <a:gd name="connsiteX340" fmla="*/ 784459 w 4543952"/>
                  <a:gd name="connsiteY340" fmla="*/ 338869 h 6858000"/>
                  <a:gd name="connsiteX341" fmla="*/ 784454 w 4543952"/>
                  <a:gd name="connsiteY341" fmla="*/ 338897 h 6858000"/>
                  <a:gd name="connsiteX342" fmla="*/ 778363 w 4543952"/>
                  <a:gd name="connsiteY342" fmla="*/ 367327 h 6858000"/>
                  <a:gd name="connsiteX343" fmla="*/ 774553 w 4543952"/>
                  <a:gd name="connsiteY343" fmla="*/ 395639 h 6858000"/>
                  <a:gd name="connsiteX344" fmla="*/ 784454 w 4543952"/>
                  <a:gd name="connsiteY344" fmla="*/ 338897 h 6858000"/>
                  <a:gd name="connsiteX345" fmla="*/ 784460 w 4543952"/>
                  <a:gd name="connsiteY345" fmla="*/ 338870 h 6858000"/>
                  <a:gd name="connsiteX346" fmla="*/ 783888 w 4543952"/>
                  <a:gd name="connsiteY346" fmla="*/ 313533 h 6858000"/>
                  <a:gd name="connsiteX347" fmla="*/ 761560 w 4543952"/>
                  <a:gd name="connsiteY347" fmla="*/ 281567 h 6858000"/>
                  <a:gd name="connsiteX348" fmla="*/ 766454 w 4543952"/>
                  <a:gd name="connsiteY348" fmla="*/ 295414 h 6858000"/>
                  <a:gd name="connsiteX349" fmla="*/ 766455 w 4543952"/>
                  <a:gd name="connsiteY349" fmla="*/ 295414 h 6858000"/>
                  <a:gd name="connsiteX350" fmla="*/ 774880 w 4543952"/>
                  <a:gd name="connsiteY350" fmla="*/ 24485 h 6858000"/>
                  <a:gd name="connsiteX351" fmla="*/ 777142 w 4543952"/>
                  <a:gd name="connsiteY351" fmla="*/ 74128 h 6858000"/>
                  <a:gd name="connsiteX352" fmla="*/ 767023 w 4543952"/>
                  <a:gd name="connsiteY352" fmla="*/ 151568 h 6858000"/>
                  <a:gd name="connsiteX353" fmla="*/ 766824 w 4543952"/>
                  <a:gd name="connsiteY353" fmla="*/ 153387 h 6858000"/>
                  <a:gd name="connsiteX354" fmla="*/ 763010 w 4543952"/>
                  <a:gd name="connsiteY354" fmla="*/ 177270 h 6858000"/>
                  <a:gd name="connsiteX355" fmla="*/ 758551 w 4543952"/>
                  <a:gd name="connsiteY355" fmla="*/ 228943 h 6858000"/>
                  <a:gd name="connsiteX356" fmla="*/ 766824 w 4543952"/>
                  <a:gd name="connsiteY356" fmla="*/ 153387 h 6858000"/>
                  <a:gd name="connsiteX357" fmla="*/ 771220 w 4543952"/>
                  <a:gd name="connsiteY357" fmla="*/ 125860 h 6858000"/>
                  <a:gd name="connsiteX358" fmla="*/ 777143 w 4543952"/>
                  <a:gd name="connsiteY358" fmla="*/ 74128 h 6858000"/>
                  <a:gd name="connsiteX359" fmla="*/ 313354 w 4543952"/>
                  <a:gd name="connsiteY359" fmla="*/ 0 h 6858000"/>
                  <a:gd name="connsiteX360" fmla="*/ 777461 w 4543952"/>
                  <a:gd name="connsiteY360" fmla="*/ 0 h 6858000"/>
                  <a:gd name="connsiteX361" fmla="*/ 774743 w 4543952"/>
                  <a:gd name="connsiteY361" fmla="*/ 21485 h 6858000"/>
                  <a:gd name="connsiteX362" fmla="*/ 777461 w 4543952"/>
                  <a:gd name="connsiteY362" fmla="*/ 0 h 6858000"/>
                  <a:gd name="connsiteX363" fmla="*/ 4543952 w 4543952"/>
                  <a:gd name="connsiteY363" fmla="*/ 1 h 6858000"/>
                  <a:gd name="connsiteX364" fmla="*/ 4543952 w 4543952"/>
                  <a:gd name="connsiteY364" fmla="*/ 6858000 h 6858000"/>
                  <a:gd name="connsiteX365" fmla="*/ 284400 w 4543952"/>
                  <a:gd name="connsiteY365" fmla="*/ 6858000 h 6858000"/>
                  <a:gd name="connsiteX366" fmla="*/ 112147 w 4543952"/>
                  <a:gd name="connsiteY366" fmla="*/ 6858000 h 6858000"/>
                  <a:gd name="connsiteX367" fmla="*/ 102447 w 4543952"/>
                  <a:gd name="connsiteY367" fmla="*/ 6815515 h 6858000"/>
                  <a:gd name="connsiteX368" fmla="*/ 83396 w 4543952"/>
                  <a:gd name="connsiteY368" fmla="*/ 6748457 h 6858000"/>
                  <a:gd name="connsiteX369" fmla="*/ 61870 w 4543952"/>
                  <a:gd name="connsiteY369" fmla="*/ 6584811 h 6858000"/>
                  <a:gd name="connsiteX370" fmla="*/ 41105 w 4543952"/>
                  <a:gd name="connsiteY370" fmla="*/ 6415832 h 6858000"/>
                  <a:gd name="connsiteX371" fmla="*/ 34247 w 4543952"/>
                  <a:gd name="connsiteY371" fmla="*/ 6323057 h 6858000"/>
                  <a:gd name="connsiteX372" fmla="*/ 23386 w 4543952"/>
                  <a:gd name="connsiteY372" fmla="*/ 6242092 h 6858000"/>
                  <a:gd name="connsiteX373" fmla="*/ 16528 w 4543952"/>
                  <a:gd name="connsiteY373" fmla="*/ 6171604 h 6858000"/>
                  <a:gd name="connsiteX374" fmla="*/ 2622 w 4543952"/>
                  <a:gd name="connsiteY374" fmla="*/ 6059396 h 6858000"/>
                  <a:gd name="connsiteX375" fmla="*/ 0 w 4543952"/>
                  <a:gd name="connsiteY375" fmla="*/ 6041768 h 6858000"/>
                  <a:gd name="connsiteX376" fmla="*/ 0 w 4543952"/>
                  <a:gd name="connsiteY376" fmla="*/ 6000936 h 6858000"/>
                  <a:gd name="connsiteX377" fmla="*/ 3670 w 4543952"/>
                  <a:gd name="connsiteY377" fmla="*/ 5957594 h 6858000"/>
                  <a:gd name="connsiteX378" fmla="*/ 0 w 4543952"/>
                  <a:gd name="connsiteY378" fmla="*/ 5912510 h 6858000"/>
                  <a:gd name="connsiteX379" fmla="*/ 0 w 4543952"/>
                  <a:gd name="connsiteY379" fmla="*/ 5886400 h 6858000"/>
                  <a:gd name="connsiteX380" fmla="*/ 1098 w 4543952"/>
                  <a:gd name="connsiteY380" fmla="*/ 5864317 h 6858000"/>
                  <a:gd name="connsiteX381" fmla="*/ 24720 w 4543952"/>
                  <a:gd name="connsiteY381" fmla="*/ 5790591 h 6858000"/>
                  <a:gd name="connsiteX382" fmla="*/ 26434 w 4543952"/>
                  <a:gd name="connsiteY382" fmla="*/ 5781829 h 6858000"/>
                  <a:gd name="connsiteX383" fmla="*/ 35771 w 4543952"/>
                  <a:gd name="connsiteY383" fmla="*/ 5733439 h 6858000"/>
                  <a:gd name="connsiteX384" fmla="*/ 38819 w 4543952"/>
                  <a:gd name="connsiteY384" fmla="*/ 5706958 h 6858000"/>
                  <a:gd name="connsiteX385" fmla="*/ 58250 w 4543952"/>
                  <a:gd name="connsiteY385" fmla="*/ 5606371 h 6858000"/>
                  <a:gd name="connsiteX386" fmla="*/ 67394 w 4543952"/>
                  <a:gd name="connsiteY386" fmla="*/ 5548459 h 6858000"/>
                  <a:gd name="connsiteX387" fmla="*/ 66060 w 4543952"/>
                  <a:gd name="connsiteY387" fmla="*/ 5501593 h 6858000"/>
                  <a:gd name="connsiteX388" fmla="*/ 64346 w 4543952"/>
                  <a:gd name="connsiteY388" fmla="*/ 5419294 h 6858000"/>
                  <a:gd name="connsiteX389" fmla="*/ 59964 w 4543952"/>
                  <a:gd name="connsiteY389" fmla="*/ 5393004 h 6858000"/>
                  <a:gd name="connsiteX390" fmla="*/ 72538 w 4543952"/>
                  <a:gd name="connsiteY390" fmla="*/ 5274128 h 6858000"/>
                  <a:gd name="connsiteX391" fmla="*/ 73490 w 4543952"/>
                  <a:gd name="connsiteY391" fmla="*/ 5206307 h 6858000"/>
                  <a:gd name="connsiteX392" fmla="*/ 89113 w 4543952"/>
                  <a:gd name="connsiteY392" fmla="*/ 5129915 h 6858000"/>
                  <a:gd name="connsiteX393" fmla="*/ 88351 w 4543952"/>
                  <a:gd name="connsiteY393" fmla="*/ 5107626 h 6858000"/>
                  <a:gd name="connsiteX394" fmla="*/ 87016 w 4543952"/>
                  <a:gd name="connsiteY394" fmla="*/ 5082669 h 6858000"/>
                  <a:gd name="connsiteX395" fmla="*/ 85872 w 4543952"/>
                  <a:gd name="connsiteY395" fmla="*/ 5006085 h 6858000"/>
                  <a:gd name="connsiteX396" fmla="*/ 80158 w 4543952"/>
                  <a:gd name="connsiteY396" fmla="*/ 4959601 h 6858000"/>
                  <a:gd name="connsiteX397" fmla="*/ 83586 w 4543952"/>
                  <a:gd name="connsiteY397" fmla="*/ 4871018 h 6858000"/>
                  <a:gd name="connsiteX398" fmla="*/ 78634 w 4543952"/>
                  <a:gd name="connsiteY398" fmla="*/ 4838249 h 6858000"/>
                  <a:gd name="connsiteX399" fmla="*/ 78062 w 4543952"/>
                  <a:gd name="connsiteY399" fmla="*/ 4755380 h 6858000"/>
                  <a:gd name="connsiteX400" fmla="*/ 80920 w 4543952"/>
                  <a:gd name="connsiteY400" fmla="*/ 4681082 h 6858000"/>
                  <a:gd name="connsiteX401" fmla="*/ 79396 w 4543952"/>
                  <a:gd name="connsiteY401" fmla="*/ 4609451 h 6858000"/>
                  <a:gd name="connsiteX402" fmla="*/ 73110 w 4543952"/>
                  <a:gd name="connsiteY402" fmla="*/ 4558206 h 6858000"/>
                  <a:gd name="connsiteX403" fmla="*/ 69300 w 4543952"/>
                  <a:gd name="connsiteY403" fmla="*/ 4502578 h 6858000"/>
                  <a:gd name="connsiteX404" fmla="*/ 46629 w 4543952"/>
                  <a:gd name="connsiteY404" fmla="*/ 4349221 h 6858000"/>
                  <a:gd name="connsiteX405" fmla="*/ 52153 w 4543952"/>
                  <a:gd name="connsiteY405" fmla="*/ 4320836 h 6858000"/>
                  <a:gd name="connsiteX406" fmla="*/ 57297 w 4543952"/>
                  <a:gd name="connsiteY406" fmla="*/ 4159666 h 6858000"/>
                  <a:gd name="connsiteX407" fmla="*/ 56915 w 4543952"/>
                  <a:gd name="connsiteY407" fmla="*/ 4124613 h 6858000"/>
                  <a:gd name="connsiteX408" fmla="*/ 79396 w 4543952"/>
                  <a:gd name="connsiteY408" fmla="*/ 4030502 h 6858000"/>
                  <a:gd name="connsiteX409" fmla="*/ 43771 w 4543952"/>
                  <a:gd name="connsiteY409" fmla="*/ 3885337 h 6858000"/>
                  <a:gd name="connsiteX410" fmla="*/ 426 w 4543952"/>
                  <a:gd name="connsiteY410" fmla="*/ 3786776 h 6858000"/>
                  <a:gd name="connsiteX411" fmla="*/ 0 w 4543952"/>
                  <a:gd name="connsiteY411" fmla="*/ 3773896 h 6858000"/>
                  <a:gd name="connsiteX412" fmla="*/ 0 w 4543952"/>
                  <a:gd name="connsiteY412" fmla="*/ 3393881 h 6858000"/>
                  <a:gd name="connsiteX413" fmla="*/ 11838 w 4543952"/>
                  <a:gd name="connsiteY413" fmla="*/ 3359515 h 6858000"/>
                  <a:gd name="connsiteX414" fmla="*/ 12910 w 4543952"/>
                  <a:gd name="connsiteY414" fmla="*/ 3318770 h 6858000"/>
                  <a:gd name="connsiteX415" fmla="*/ 6718 w 4543952"/>
                  <a:gd name="connsiteY415" fmla="*/ 3304078 h 6858000"/>
                  <a:gd name="connsiteX416" fmla="*/ 0 w 4543952"/>
                  <a:gd name="connsiteY416" fmla="*/ 3297656 h 6858000"/>
                  <a:gd name="connsiteX417" fmla="*/ 0 w 4543952"/>
                  <a:gd name="connsiteY417" fmla="*/ 3207866 h 6858000"/>
                  <a:gd name="connsiteX418" fmla="*/ 15553 w 4543952"/>
                  <a:gd name="connsiteY418" fmla="*/ 3186770 h 6858000"/>
                  <a:gd name="connsiteX419" fmla="*/ 36341 w 4543952"/>
                  <a:gd name="connsiteY419" fmla="*/ 3107499 h 6858000"/>
                  <a:gd name="connsiteX420" fmla="*/ 38057 w 4543952"/>
                  <a:gd name="connsiteY420" fmla="*/ 3042727 h 6858000"/>
                  <a:gd name="connsiteX421" fmla="*/ 54249 w 4543952"/>
                  <a:gd name="connsiteY421" fmla="*/ 2901942 h 6858000"/>
                  <a:gd name="connsiteX422" fmla="*/ 77300 w 4543952"/>
                  <a:gd name="connsiteY422" fmla="*/ 2809929 h 6858000"/>
                  <a:gd name="connsiteX423" fmla="*/ 103399 w 4543952"/>
                  <a:gd name="connsiteY423" fmla="*/ 2743825 h 6858000"/>
                  <a:gd name="connsiteX424" fmla="*/ 137500 w 4543952"/>
                  <a:gd name="connsiteY424" fmla="*/ 2649142 h 6858000"/>
                  <a:gd name="connsiteX425" fmla="*/ 155217 w 4543952"/>
                  <a:gd name="connsiteY425" fmla="*/ 2554078 h 6858000"/>
                  <a:gd name="connsiteX426" fmla="*/ 177507 w 4543952"/>
                  <a:gd name="connsiteY426" fmla="*/ 2485306 h 6858000"/>
                  <a:gd name="connsiteX427" fmla="*/ 192748 w 4543952"/>
                  <a:gd name="connsiteY427" fmla="*/ 2401291 h 6858000"/>
                  <a:gd name="connsiteX428" fmla="*/ 193318 w 4543952"/>
                  <a:gd name="connsiteY428" fmla="*/ 2330805 h 6858000"/>
                  <a:gd name="connsiteX429" fmla="*/ 190652 w 4543952"/>
                  <a:gd name="connsiteY429" fmla="*/ 2220311 h 6858000"/>
                  <a:gd name="connsiteX430" fmla="*/ 236753 w 4543952"/>
                  <a:gd name="connsiteY430" fmla="*/ 2085053 h 6858000"/>
                  <a:gd name="connsiteX431" fmla="*/ 247042 w 4543952"/>
                  <a:gd name="connsiteY431" fmla="*/ 2030377 h 6858000"/>
                  <a:gd name="connsiteX432" fmla="*/ 251804 w 4543952"/>
                  <a:gd name="connsiteY432" fmla="*/ 1978939 h 6858000"/>
                  <a:gd name="connsiteX433" fmla="*/ 282475 w 4543952"/>
                  <a:gd name="connsiteY433" fmla="*/ 1869779 h 6858000"/>
                  <a:gd name="connsiteX434" fmla="*/ 292573 w 4543952"/>
                  <a:gd name="connsiteY434" fmla="*/ 1825392 h 6858000"/>
                  <a:gd name="connsiteX435" fmla="*/ 292381 w 4543952"/>
                  <a:gd name="connsiteY435" fmla="*/ 1763286 h 6858000"/>
                  <a:gd name="connsiteX436" fmla="*/ 306480 w 4543952"/>
                  <a:gd name="connsiteY436" fmla="*/ 1650316 h 6858000"/>
                  <a:gd name="connsiteX437" fmla="*/ 347629 w 4543952"/>
                  <a:gd name="connsiteY437" fmla="*/ 1537536 h 6858000"/>
                  <a:gd name="connsiteX438" fmla="*/ 343629 w 4543952"/>
                  <a:gd name="connsiteY438" fmla="*/ 1489719 h 6858000"/>
                  <a:gd name="connsiteX439" fmla="*/ 344581 w 4543952"/>
                  <a:gd name="connsiteY439" fmla="*/ 1472574 h 6858000"/>
                  <a:gd name="connsiteX440" fmla="*/ 367252 w 4543952"/>
                  <a:gd name="connsiteY440" fmla="*/ 1318455 h 6858000"/>
                  <a:gd name="connsiteX441" fmla="*/ 369728 w 4543952"/>
                  <a:gd name="connsiteY441" fmla="*/ 1303023 h 6858000"/>
                  <a:gd name="connsiteX442" fmla="*/ 389921 w 4543952"/>
                  <a:gd name="connsiteY442" fmla="*/ 1230632 h 6858000"/>
                  <a:gd name="connsiteX443" fmla="*/ 402495 w 4543952"/>
                  <a:gd name="connsiteY443" fmla="*/ 1048124 h 6858000"/>
                  <a:gd name="connsiteX444" fmla="*/ 404019 w 4543952"/>
                  <a:gd name="connsiteY444" fmla="*/ 1036886 h 6858000"/>
                  <a:gd name="connsiteX445" fmla="*/ 393923 w 4543952"/>
                  <a:gd name="connsiteY445" fmla="*/ 975732 h 6858000"/>
                  <a:gd name="connsiteX446" fmla="*/ 379634 w 4543952"/>
                  <a:gd name="connsiteY446" fmla="*/ 945443 h 6858000"/>
                  <a:gd name="connsiteX447" fmla="*/ 364774 w 4543952"/>
                  <a:gd name="connsiteY447" fmla="*/ 898197 h 6858000"/>
                  <a:gd name="connsiteX448" fmla="*/ 359250 w 4543952"/>
                  <a:gd name="connsiteY448" fmla="*/ 850188 h 6858000"/>
                  <a:gd name="connsiteX449" fmla="*/ 381730 w 4543952"/>
                  <a:gd name="connsiteY449" fmla="*/ 769604 h 6858000"/>
                  <a:gd name="connsiteX450" fmla="*/ 384016 w 4543952"/>
                  <a:gd name="connsiteY450" fmla="*/ 740267 h 6858000"/>
                  <a:gd name="connsiteX451" fmla="*/ 394875 w 4543952"/>
                  <a:gd name="connsiteY451" fmla="*/ 674922 h 6858000"/>
                  <a:gd name="connsiteX452" fmla="*/ 394113 w 4543952"/>
                  <a:gd name="connsiteY452" fmla="*/ 617771 h 6858000"/>
                  <a:gd name="connsiteX453" fmla="*/ 376776 w 4543952"/>
                  <a:gd name="connsiteY453" fmla="*/ 571859 h 6858000"/>
                  <a:gd name="connsiteX454" fmla="*/ 373348 w 4543952"/>
                  <a:gd name="connsiteY454" fmla="*/ 505181 h 6858000"/>
                  <a:gd name="connsiteX455" fmla="*/ 385920 w 4543952"/>
                  <a:gd name="connsiteY455" fmla="*/ 462125 h 6858000"/>
                  <a:gd name="connsiteX456" fmla="*/ 387634 w 4543952"/>
                  <a:gd name="connsiteY456" fmla="*/ 453363 h 6858000"/>
                  <a:gd name="connsiteX457" fmla="*/ 388399 w 4543952"/>
                  <a:gd name="connsiteY457" fmla="*/ 340773 h 6858000"/>
                  <a:gd name="connsiteX458" fmla="*/ 350487 w 4543952"/>
                  <a:gd name="connsiteY458" fmla="*/ 200181 h 6858000"/>
                  <a:gd name="connsiteX459" fmla="*/ 342485 w 4543952"/>
                  <a:gd name="connsiteY459" fmla="*/ 176938 h 6858000"/>
                  <a:gd name="connsiteX460" fmla="*/ 328579 w 4543952"/>
                  <a:gd name="connsiteY460" fmla="*/ 63586 h 6858000"/>
                  <a:gd name="connsiteX461" fmla="*/ 314480 w 4543952"/>
                  <a:gd name="connsiteY461" fmla="*/ 2816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</a:cxnLst>
                <a:rect l="l" t="t" r="r" b="b"/>
                <a:pathLst>
                  <a:path w="4543952" h="6858000">
                    <a:moveTo>
                      <a:pt x="328959" y="6564619"/>
                    </a:moveTo>
                    <a:lnTo>
                      <a:pt x="306480" y="6588624"/>
                    </a:lnTo>
                    <a:cubicBezTo>
                      <a:pt x="298003" y="6597577"/>
                      <a:pt x="291954" y="6611341"/>
                      <a:pt x="289858" y="6625223"/>
                    </a:cubicBezTo>
                    <a:lnTo>
                      <a:pt x="289858" y="6625224"/>
                    </a:lnTo>
                    <a:lnTo>
                      <a:pt x="289870" y="6645551"/>
                    </a:lnTo>
                    <a:lnTo>
                      <a:pt x="296953" y="6662539"/>
                    </a:lnTo>
                    <a:lnTo>
                      <a:pt x="296953" y="6662541"/>
                    </a:lnTo>
                    <a:lnTo>
                      <a:pt x="296954" y="6662543"/>
                    </a:lnTo>
                    <a:lnTo>
                      <a:pt x="311551" y="6702975"/>
                    </a:lnTo>
                    <a:lnTo>
                      <a:pt x="297715" y="6742551"/>
                    </a:lnTo>
                    <a:lnTo>
                      <a:pt x="297714" y="6742554"/>
                    </a:lnTo>
                    <a:lnTo>
                      <a:pt x="283011" y="6776799"/>
                    </a:lnTo>
                    <a:lnTo>
                      <a:pt x="278238" y="6812061"/>
                    </a:lnTo>
                    <a:lnTo>
                      <a:pt x="278237" y="6812062"/>
                    </a:lnTo>
                    <a:lnTo>
                      <a:pt x="278237" y="6812063"/>
                    </a:lnTo>
                    <a:lnTo>
                      <a:pt x="278238" y="6812061"/>
                    </a:lnTo>
                    <a:lnTo>
                      <a:pt x="297714" y="6742554"/>
                    </a:lnTo>
                    <a:lnTo>
                      <a:pt x="297715" y="6742552"/>
                    </a:lnTo>
                    <a:cubicBezTo>
                      <a:pt x="306003" y="6729218"/>
                      <a:pt x="311147" y="6716168"/>
                      <a:pt x="311551" y="6702976"/>
                    </a:cubicBezTo>
                    <a:lnTo>
                      <a:pt x="311551" y="6702975"/>
                    </a:lnTo>
                    <a:lnTo>
                      <a:pt x="308405" y="6683026"/>
                    </a:lnTo>
                    <a:lnTo>
                      <a:pt x="296954" y="6662543"/>
                    </a:lnTo>
                    <a:lnTo>
                      <a:pt x="296953" y="6662540"/>
                    </a:lnTo>
                    <a:lnTo>
                      <a:pt x="296953" y="6662539"/>
                    </a:lnTo>
                    <a:lnTo>
                      <a:pt x="289858" y="6625224"/>
                    </a:lnTo>
                    <a:lnTo>
                      <a:pt x="306480" y="6588625"/>
                    </a:lnTo>
                    <a:cubicBezTo>
                      <a:pt x="312576" y="6582146"/>
                      <a:pt x="318672" y="6575478"/>
                      <a:pt x="328959" y="6564620"/>
                    </a:cubicBezTo>
                    <a:close/>
                    <a:moveTo>
                      <a:pt x="248638" y="6438980"/>
                    </a:moveTo>
                    <a:cubicBezTo>
                      <a:pt x="258140" y="6444076"/>
                      <a:pt x="265617" y="6451649"/>
                      <a:pt x="268569" y="6463840"/>
                    </a:cubicBezTo>
                    <a:lnTo>
                      <a:pt x="268572" y="6463848"/>
                    </a:lnTo>
                    <a:lnTo>
                      <a:pt x="279556" y="6508051"/>
                    </a:lnTo>
                    <a:lnTo>
                      <a:pt x="282367" y="6513011"/>
                    </a:lnTo>
                    <a:lnTo>
                      <a:pt x="284834" y="6521803"/>
                    </a:lnTo>
                    <a:lnTo>
                      <a:pt x="301172" y="6546194"/>
                    </a:lnTo>
                    <a:lnTo>
                      <a:pt x="301172" y="6546193"/>
                    </a:lnTo>
                    <a:lnTo>
                      <a:pt x="282367" y="6513011"/>
                    </a:lnTo>
                    <a:lnTo>
                      <a:pt x="268572" y="6463848"/>
                    </a:lnTo>
                    <a:lnTo>
                      <a:pt x="268569" y="6463839"/>
                    </a:lnTo>
                    <a:close/>
                    <a:moveTo>
                      <a:pt x="166047" y="6392242"/>
                    </a:moveTo>
                    <a:lnTo>
                      <a:pt x="173364" y="6407332"/>
                    </a:lnTo>
                    <a:lnTo>
                      <a:pt x="173364" y="6407331"/>
                    </a:lnTo>
                    <a:close/>
                    <a:moveTo>
                      <a:pt x="401733" y="4221390"/>
                    </a:moveTo>
                    <a:lnTo>
                      <a:pt x="396017" y="4253013"/>
                    </a:lnTo>
                    <a:cubicBezTo>
                      <a:pt x="383824" y="4277400"/>
                      <a:pt x="368204" y="4300069"/>
                      <a:pt x="356201" y="4324644"/>
                    </a:cubicBezTo>
                    <a:cubicBezTo>
                      <a:pt x="350487" y="4336456"/>
                      <a:pt x="347439" y="4350553"/>
                      <a:pt x="347247" y="4363889"/>
                    </a:cubicBezTo>
                    <a:lnTo>
                      <a:pt x="347247" y="4363890"/>
                    </a:lnTo>
                    <a:cubicBezTo>
                      <a:pt x="346295" y="4403325"/>
                      <a:pt x="346295" y="4442761"/>
                      <a:pt x="348009" y="4482004"/>
                    </a:cubicBezTo>
                    <a:cubicBezTo>
                      <a:pt x="350677" y="4546776"/>
                      <a:pt x="351249" y="4612500"/>
                      <a:pt x="408019" y="4659174"/>
                    </a:cubicBezTo>
                    <a:cubicBezTo>
                      <a:pt x="412591" y="4662986"/>
                      <a:pt x="415259" y="4671176"/>
                      <a:pt x="416021" y="4677655"/>
                    </a:cubicBezTo>
                    <a:cubicBezTo>
                      <a:pt x="419640" y="4707564"/>
                      <a:pt x="420022" y="4738235"/>
                      <a:pt x="425928" y="4767764"/>
                    </a:cubicBezTo>
                    <a:lnTo>
                      <a:pt x="427237" y="4800482"/>
                    </a:lnTo>
                    <a:lnTo>
                      <a:pt x="412401" y="4828915"/>
                    </a:lnTo>
                    <a:cubicBezTo>
                      <a:pt x="404115" y="4837702"/>
                      <a:pt x="397114" y="4847213"/>
                      <a:pt x="391971" y="4857316"/>
                    </a:cubicBezTo>
                    <a:lnTo>
                      <a:pt x="390221" y="4863342"/>
                    </a:lnTo>
                    <a:lnTo>
                      <a:pt x="387469" y="4867613"/>
                    </a:lnTo>
                    <a:lnTo>
                      <a:pt x="382691" y="4889274"/>
                    </a:lnTo>
                    <a:lnTo>
                      <a:pt x="382691" y="4889275"/>
                    </a:lnTo>
                    <a:cubicBezTo>
                      <a:pt x="382122" y="4896713"/>
                      <a:pt x="382634" y="4904357"/>
                      <a:pt x="384396" y="4912168"/>
                    </a:cubicBezTo>
                    <a:lnTo>
                      <a:pt x="385799" y="4933804"/>
                    </a:lnTo>
                    <a:lnTo>
                      <a:pt x="378247" y="4957452"/>
                    </a:lnTo>
                    <a:lnTo>
                      <a:pt x="360964" y="4987036"/>
                    </a:lnTo>
                    <a:cubicBezTo>
                      <a:pt x="349725" y="5003800"/>
                      <a:pt x="335627" y="5022851"/>
                      <a:pt x="334485" y="5041520"/>
                    </a:cubicBezTo>
                    <a:cubicBezTo>
                      <a:pt x="333557" y="5057380"/>
                      <a:pt x="327458" y="5072410"/>
                      <a:pt x="321371" y="5087422"/>
                    </a:cubicBezTo>
                    <a:lnTo>
                      <a:pt x="321364" y="5087449"/>
                    </a:lnTo>
                    <a:lnTo>
                      <a:pt x="315482" y="5102460"/>
                    </a:lnTo>
                    <a:lnTo>
                      <a:pt x="308338" y="5133219"/>
                    </a:lnTo>
                    <a:lnTo>
                      <a:pt x="308337" y="5133223"/>
                    </a:lnTo>
                    <a:lnTo>
                      <a:pt x="308337" y="5133224"/>
                    </a:lnTo>
                    <a:lnTo>
                      <a:pt x="315052" y="5166113"/>
                    </a:lnTo>
                    <a:lnTo>
                      <a:pt x="314362" y="5172089"/>
                    </a:lnTo>
                    <a:cubicBezTo>
                      <a:pt x="313481" y="5174399"/>
                      <a:pt x="312290" y="5176875"/>
                      <a:pt x="311814" y="5179066"/>
                    </a:cubicBezTo>
                    <a:lnTo>
                      <a:pt x="311814" y="5179067"/>
                    </a:lnTo>
                    <a:cubicBezTo>
                      <a:pt x="304574" y="5214121"/>
                      <a:pt x="311624" y="5247078"/>
                      <a:pt x="335437" y="5272796"/>
                    </a:cubicBezTo>
                    <a:lnTo>
                      <a:pt x="360397" y="5321350"/>
                    </a:lnTo>
                    <a:lnTo>
                      <a:pt x="364317" y="5355013"/>
                    </a:lnTo>
                    <a:lnTo>
                      <a:pt x="359440" y="5385383"/>
                    </a:lnTo>
                    <a:cubicBezTo>
                      <a:pt x="356201" y="5398720"/>
                      <a:pt x="353915" y="5412056"/>
                      <a:pt x="351249" y="5425581"/>
                    </a:cubicBezTo>
                    <a:cubicBezTo>
                      <a:pt x="347439" y="5443869"/>
                      <a:pt x="343437" y="5462350"/>
                      <a:pt x="339627" y="5480636"/>
                    </a:cubicBezTo>
                    <a:cubicBezTo>
                      <a:pt x="337722" y="5489496"/>
                      <a:pt x="335151" y="5498831"/>
                      <a:pt x="335103" y="5507666"/>
                    </a:cubicBezTo>
                    <a:lnTo>
                      <a:pt x="335103" y="5507667"/>
                    </a:lnTo>
                    <a:lnTo>
                      <a:pt x="337324" y="5520421"/>
                    </a:lnTo>
                    <a:lnTo>
                      <a:pt x="345722" y="5531691"/>
                    </a:lnTo>
                    <a:lnTo>
                      <a:pt x="345723" y="5531693"/>
                    </a:lnTo>
                    <a:lnTo>
                      <a:pt x="355869" y="5547577"/>
                    </a:lnTo>
                    <a:lnTo>
                      <a:pt x="346295" y="5562745"/>
                    </a:lnTo>
                    <a:cubicBezTo>
                      <a:pt x="303622" y="5600466"/>
                      <a:pt x="276951" y="5646188"/>
                      <a:pt x="275047" y="5704482"/>
                    </a:cubicBezTo>
                    <a:cubicBezTo>
                      <a:pt x="274665" y="5716484"/>
                      <a:pt x="271999" y="5728677"/>
                      <a:pt x="269141" y="5740487"/>
                    </a:cubicBezTo>
                    <a:cubicBezTo>
                      <a:pt x="267426" y="5747727"/>
                      <a:pt x="265520" y="5756492"/>
                      <a:pt x="260376" y="5760872"/>
                    </a:cubicBezTo>
                    <a:cubicBezTo>
                      <a:pt x="221133" y="5794973"/>
                      <a:pt x="193890" y="5837456"/>
                      <a:pt x="171981" y="5883750"/>
                    </a:cubicBezTo>
                    <a:lnTo>
                      <a:pt x="171979" y="5883755"/>
                    </a:lnTo>
                    <a:lnTo>
                      <a:pt x="160957" y="5909350"/>
                    </a:lnTo>
                    <a:lnTo>
                      <a:pt x="154076" y="5935945"/>
                    </a:lnTo>
                    <a:lnTo>
                      <a:pt x="154075" y="5935948"/>
                    </a:lnTo>
                    <a:lnTo>
                      <a:pt x="154075" y="5935949"/>
                    </a:lnTo>
                    <a:lnTo>
                      <a:pt x="154242" y="5964476"/>
                    </a:lnTo>
                    <a:lnTo>
                      <a:pt x="157695" y="5993289"/>
                    </a:lnTo>
                    <a:lnTo>
                      <a:pt x="157695" y="5993291"/>
                    </a:lnTo>
                    <a:cubicBezTo>
                      <a:pt x="158837" y="6004531"/>
                      <a:pt x="158647" y="6017485"/>
                      <a:pt x="164171" y="6026440"/>
                    </a:cubicBezTo>
                    <a:cubicBezTo>
                      <a:pt x="181508" y="6054825"/>
                      <a:pt x="200176" y="6082258"/>
                      <a:pt x="220371" y="6108738"/>
                    </a:cubicBezTo>
                    <a:lnTo>
                      <a:pt x="234064" y="6133314"/>
                    </a:lnTo>
                    <a:lnTo>
                      <a:pt x="218468" y="6155599"/>
                    </a:lnTo>
                    <a:lnTo>
                      <a:pt x="218465" y="6155601"/>
                    </a:lnTo>
                    <a:cubicBezTo>
                      <a:pt x="196176" y="6175796"/>
                      <a:pt x="184556" y="6200943"/>
                      <a:pt x="179794" y="6228755"/>
                    </a:cubicBezTo>
                    <a:cubicBezTo>
                      <a:pt x="172363" y="6272763"/>
                      <a:pt x="166077" y="6317150"/>
                      <a:pt x="162457" y="6361538"/>
                    </a:cubicBezTo>
                    <a:lnTo>
                      <a:pt x="162457" y="6361539"/>
                    </a:lnTo>
                    <a:lnTo>
                      <a:pt x="179794" y="6228756"/>
                    </a:lnTo>
                    <a:cubicBezTo>
                      <a:pt x="184556" y="6200944"/>
                      <a:pt x="196176" y="6175797"/>
                      <a:pt x="218465" y="6155602"/>
                    </a:cubicBezTo>
                    <a:lnTo>
                      <a:pt x="218468" y="6155599"/>
                    </a:lnTo>
                    <a:lnTo>
                      <a:pt x="230364" y="6143189"/>
                    </a:lnTo>
                    <a:lnTo>
                      <a:pt x="234064" y="6133314"/>
                    </a:lnTo>
                    <a:lnTo>
                      <a:pt x="234064" y="6133313"/>
                    </a:lnTo>
                    <a:cubicBezTo>
                      <a:pt x="233993" y="6126883"/>
                      <a:pt x="229039" y="6120073"/>
                      <a:pt x="220371" y="6108737"/>
                    </a:cubicBezTo>
                    <a:cubicBezTo>
                      <a:pt x="200176" y="6082257"/>
                      <a:pt x="181508" y="6054824"/>
                      <a:pt x="164171" y="6026439"/>
                    </a:cubicBezTo>
                    <a:cubicBezTo>
                      <a:pt x="158647" y="6017484"/>
                      <a:pt x="158837" y="6004530"/>
                      <a:pt x="157695" y="5993290"/>
                    </a:cubicBezTo>
                    <a:lnTo>
                      <a:pt x="157695" y="5993289"/>
                    </a:lnTo>
                    <a:lnTo>
                      <a:pt x="154075" y="5935949"/>
                    </a:lnTo>
                    <a:lnTo>
                      <a:pt x="154076" y="5935945"/>
                    </a:lnTo>
                    <a:lnTo>
                      <a:pt x="171979" y="5883755"/>
                    </a:lnTo>
                    <a:lnTo>
                      <a:pt x="171981" y="5883751"/>
                    </a:lnTo>
                    <a:cubicBezTo>
                      <a:pt x="193890" y="5837457"/>
                      <a:pt x="221133" y="5794974"/>
                      <a:pt x="260376" y="5760873"/>
                    </a:cubicBezTo>
                    <a:cubicBezTo>
                      <a:pt x="265520" y="5756493"/>
                      <a:pt x="267426" y="5747728"/>
                      <a:pt x="269141" y="5740488"/>
                    </a:cubicBezTo>
                    <a:cubicBezTo>
                      <a:pt x="271999" y="5728678"/>
                      <a:pt x="274665" y="5716485"/>
                      <a:pt x="275047" y="5704483"/>
                    </a:cubicBezTo>
                    <a:cubicBezTo>
                      <a:pt x="276951" y="5646189"/>
                      <a:pt x="303622" y="5600467"/>
                      <a:pt x="346295" y="5562746"/>
                    </a:cubicBezTo>
                    <a:cubicBezTo>
                      <a:pt x="352392" y="5557317"/>
                      <a:pt x="355774" y="5552507"/>
                      <a:pt x="355869" y="5547578"/>
                    </a:cubicBezTo>
                    <a:lnTo>
                      <a:pt x="355869" y="5547577"/>
                    </a:lnTo>
                    <a:cubicBezTo>
                      <a:pt x="355964" y="5542648"/>
                      <a:pt x="352773" y="5537599"/>
                      <a:pt x="345723" y="5531692"/>
                    </a:cubicBezTo>
                    <a:lnTo>
                      <a:pt x="345722" y="5531691"/>
                    </a:lnTo>
                    <a:lnTo>
                      <a:pt x="335103" y="5507667"/>
                    </a:lnTo>
                    <a:lnTo>
                      <a:pt x="339627" y="5480637"/>
                    </a:lnTo>
                    <a:cubicBezTo>
                      <a:pt x="343437" y="5462351"/>
                      <a:pt x="347439" y="5443870"/>
                      <a:pt x="351249" y="5425582"/>
                    </a:cubicBezTo>
                    <a:cubicBezTo>
                      <a:pt x="353915" y="5412057"/>
                      <a:pt x="356201" y="5398721"/>
                      <a:pt x="359440" y="5385384"/>
                    </a:cubicBezTo>
                    <a:cubicBezTo>
                      <a:pt x="361965" y="5375002"/>
                      <a:pt x="363668" y="5364882"/>
                      <a:pt x="364317" y="5355014"/>
                    </a:cubicBezTo>
                    <a:lnTo>
                      <a:pt x="364317" y="5355013"/>
                    </a:lnTo>
                    <a:lnTo>
                      <a:pt x="362870" y="5326162"/>
                    </a:lnTo>
                    <a:lnTo>
                      <a:pt x="360397" y="5321350"/>
                    </a:lnTo>
                    <a:lnTo>
                      <a:pt x="359341" y="5312287"/>
                    </a:lnTo>
                    <a:cubicBezTo>
                      <a:pt x="354789" y="5298594"/>
                      <a:pt x="347082" y="5285440"/>
                      <a:pt x="335437" y="5272795"/>
                    </a:cubicBezTo>
                    <a:cubicBezTo>
                      <a:pt x="323531" y="5259936"/>
                      <a:pt x="315815" y="5245268"/>
                      <a:pt x="311981" y="5229432"/>
                    </a:cubicBezTo>
                    <a:lnTo>
                      <a:pt x="311814" y="5179067"/>
                    </a:lnTo>
                    <a:lnTo>
                      <a:pt x="314362" y="5172090"/>
                    </a:lnTo>
                    <a:cubicBezTo>
                      <a:pt x="315243" y="5169780"/>
                      <a:pt x="315814" y="5167637"/>
                      <a:pt x="315052" y="5166113"/>
                    </a:cubicBezTo>
                    <a:lnTo>
                      <a:pt x="315052" y="5166112"/>
                    </a:lnTo>
                    <a:lnTo>
                      <a:pt x="308337" y="5133224"/>
                    </a:lnTo>
                    <a:lnTo>
                      <a:pt x="308338" y="5133219"/>
                    </a:lnTo>
                    <a:lnTo>
                      <a:pt x="321364" y="5087449"/>
                    </a:lnTo>
                    <a:lnTo>
                      <a:pt x="327270" y="5072375"/>
                    </a:lnTo>
                    <a:cubicBezTo>
                      <a:pt x="330949" y="5062299"/>
                      <a:pt x="333866" y="5052095"/>
                      <a:pt x="334485" y="5041521"/>
                    </a:cubicBezTo>
                    <a:cubicBezTo>
                      <a:pt x="335627" y="5022852"/>
                      <a:pt x="349725" y="5003801"/>
                      <a:pt x="360964" y="4987037"/>
                    </a:cubicBezTo>
                    <a:cubicBezTo>
                      <a:pt x="366751" y="4978392"/>
                      <a:pt x="372458" y="4970096"/>
                      <a:pt x="376969" y="4961455"/>
                    </a:cubicBezTo>
                    <a:lnTo>
                      <a:pt x="378247" y="4957452"/>
                    </a:lnTo>
                    <a:lnTo>
                      <a:pt x="381039" y="4952672"/>
                    </a:lnTo>
                    <a:lnTo>
                      <a:pt x="385799" y="4933804"/>
                    </a:lnTo>
                    <a:cubicBezTo>
                      <a:pt x="386468" y="4927121"/>
                      <a:pt x="386111" y="4919978"/>
                      <a:pt x="384396" y="4912167"/>
                    </a:cubicBezTo>
                    <a:lnTo>
                      <a:pt x="382691" y="4889274"/>
                    </a:lnTo>
                    <a:lnTo>
                      <a:pt x="390221" y="4863342"/>
                    </a:lnTo>
                    <a:lnTo>
                      <a:pt x="412401" y="4828916"/>
                    </a:lnTo>
                    <a:cubicBezTo>
                      <a:pt x="420784" y="4819963"/>
                      <a:pt x="425356" y="4810580"/>
                      <a:pt x="427237" y="4800483"/>
                    </a:cubicBezTo>
                    <a:lnTo>
                      <a:pt x="427237" y="4800482"/>
                    </a:lnTo>
                    <a:cubicBezTo>
                      <a:pt x="429119" y="4790385"/>
                      <a:pt x="428309" y="4779574"/>
                      <a:pt x="425928" y="4767763"/>
                    </a:cubicBezTo>
                    <a:cubicBezTo>
                      <a:pt x="420022" y="4738234"/>
                      <a:pt x="419640" y="4707563"/>
                      <a:pt x="416021" y="4677654"/>
                    </a:cubicBezTo>
                    <a:cubicBezTo>
                      <a:pt x="415259" y="4671175"/>
                      <a:pt x="412591" y="4662985"/>
                      <a:pt x="408019" y="4659173"/>
                    </a:cubicBezTo>
                    <a:cubicBezTo>
                      <a:pt x="351249" y="4612499"/>
                      <a:pt x="350677" y="4546775"/>
                      <a:pt x="348009" y="4482003"/>
                    </a:cubicBezTo>
                    <a:lnTo>
                      <a:pt x="347247" y="4363890"/>
                    </a:lnTo>
                    <a:lnTo>
                      <a:pt x="356201" y="4324645"/>
                    </a:lnTo>
                    <a:cubicBezTo>
                      <a:pt x="368204" y="4300070"/>
                      <a:pt x="383824" y="4277401"/>
                      <a:pt x="396017" y="4253014"/>
                    </a:cubicBezTo>
                    <a:cubicBezTo>
                      <a:pt x="400781" y="4243872"/>
                      <a:pt x="400971" y="4232060"/>
                      <a:pt x="401733" y="4221391"/>
                    </a:cubicBezTo>
                    <a:close/>
                    <a:moveTo>
                      <a:pt x="332842" y="2836171"/>
                    </a:moveTo>
                    <a:lnTo>
                      <a:pt x="332842" y="2836172"/>
                    </a:lnTo>
                    <a:cubicBezTo>
                      <a:pt x="336914" y="2839982"/>
                      <a:pt x="340200" y="2844316"/>
                      <a:pt x="341533" y="2848793"/>
                    </a:cubicBezTo>
                    <a:lnTo>
                      <a:pt x="358166" y="2903544"/>
                    </a:lnTo>
                    <a:lnTo>
                      <a:pt x="366072" y="2947858"/>
                    </a:lnTo>
                    <a:lnTo>
                      <a:pt x="366072" y="2947862"/>
                    </a:lnTo>
                    <a:lnTo>
                      <a:pt x="362488" y="2982147"/>
                    </a:lnTo>
                    <a:cubicBezTo>
                      <a:pt x="354392" y="3014152"/>
                      <a:pt x="350582" y="3045776"/>
                      <a:pt x="350796" y="3077400"/>
                    </a:cubicBezTo>
                    <a:lnTo>
                      <a:pt x="350796" y="3077401"/>
                    </a:lnTo>
                    <a:cubicBezTo>
                      <a:pt x="351010" y="3109025"/>
                      <a:pt x="355249" y="3140649"/>
                      <a:pt x="363250" y="3172654"/>
                    </a:cubicBezTo>
                    <a:cubicBezTo>
                      <a:pt x="389159" y="3276480"/>
                      <a:pt x="416591" y="3380305"/>
                      <a:pt x="410877" y="3489467"/>
                    </a:cubicBezTo>
                    <a:cubicBezTo>
                      <a:pt x="409925" y="3507563"/>
                      <a:pt x="421546" y="3529090"/>
                      <a:pt x="432976" y="3544713"/>
                    </a:cubicBezTo>
                    <a:cubicBezTo>
                      <a:pt x="438406" y="3552190"/>
                      <a:pt x="442585" y="3557715"/>
                      <a:pt x="445520" y="3562320"/>
                    </a:cubicBezTo>
                    <a:lnTo>
                      <a:pt x="450598" y="3574407"/>
                    </a:lnTo>
                    <a:lnTo>
                      <a:pt x="448246" y="3587173"/>
                    </a:lnTo>
                    <a:cubicBezTo>
                      <a:pt x="446228" y="3592231"/>
                      <a:pt x="442978" y="3598434"/>
                      <a:pt x="438500" y="3606816"/>
                    </a:cubicBezTo>
                    <a:cubicBezTo>
                      <a:pt x="434118" y="3614818"/>
                      <a:pt x="431452" y="3624724"/>
                      <a:pt x="424974" y="3630631"/>
                    </a:cubicBezTo>
                    <a:cubicBezTo>
                      <a:pt x="408496" y="3645681"/>
                      <a:pt x="402257" y="3662493"/>
                      <a:pt x="400733" y="3680162"/>
                    </a:cubicBezTo>
                    <a:lnTo>
                      <a:pt x="400733" y="3680163"/>
                    </a:lnTo>
                    <a:lnTo>
                      <a:pt x="404781" y="3734837"/>
                    </a:lnTo>
                    <a:lnTo>
                      <a:pt x="404399" y="3754651"/>
                    </a:lnTo>
                    <a:cubicBezTo>
                      <a:pt x="398399" y="3767129"/>
                      <a:pt x="396447" y="3778654"/>
                      <a:pt x="398042" y="3789775"/>
                    </a:cubicBezTo>
                    <a:lnTo>
                      <a:pt x="398042" y="3789776"/>
                    </a:lnTo>
                    <a:cubicBezTo>
                      <a:pt x="399638" y="3800896"/>
                      <a:pt x="404781" y="3811613"/>
                      <a:pt x="412973" y="3822472"/>
                    </a:cubicBezTo>
                    <a:lnTo>
                      <a:pt x="427308" y="3852619"/>
                    </a:lnTo>
                    <a:lnTo>
                      <a:pt x="417926" y="3885336"/>
                    </a:lnTo>
                    <a:lnTo>
                      <a:pt x="417925" y="3885337"/>
                    </a:lnTo>
                    <a:cubicBezTo>
                      <a:pt x="398494" y="3910103"/>
                      <a:pt x="388302" y="3935726"/>
                      <a:pt x="386040" y="3962158"/>
                    </a:cubicBezTo>
                    <a:lnTo>
                      <a:pt x="386040" y="3962159"/>
                    </a:lnTo>
                    <a:lnTo>
                      <a:pt x="388431" y="4002409"/>
                    </a:lnTo>
                    <a:lnTo>
                      <a:pt x="401733" y="4043837"/>
                    </a:lnTo>
                    <a:lnTo>
                      <a:pt x="401733" y="4043839"/>
                    </a:lnTo>
                    <a:lnTo>
                      <a:pt x="416855" y="4103825"/>
                    </a:lnTo>
                    <a:lnTo>
                      <a:pt x="405544" y="4165381"/>
                    </a:lnTo>
                    <a:lnTo>
                      <a:pt x="405543" y="4165382"/>
                    </a:lnTo>
                    <a:cubicBezTo>
                      <a:pt x="402114" y="4173479"/>
                      <a:pt x="401543" y="4182766"/>
                      <a:pt x="401638" y="4192386"/>
                    </a:cubicBezTo>
                    <a:lnTo>
                      <a:pt x="401638" y="4192387"/>
                    </a:lnTo>
                    <a:lnTo>
                      <a:pt x="405543" y="4165383"/>
                    </a:lnTo>
                    <a:lnTo>
                      <a:pt x="405544" y="4165381"/>
                    </a:lnTo>
                    <a:lnTo>
                      <a:pt x="414887" y="4134255"/>
                    </a:lnTo>
                    <a:lnTo>
                      <a:pt x="416855" y="4103825"/>
                    </a:lnTo>
                    <a:lnTo>
                      <a:pt x="416855" y="4103824"/>
                    </a:lnTo>
                    <a:cubicBezTo>
                      <a:pt x="415879" y="4083701"/>
                      <a:pt x="410497" y="4063841"/>
                      <a:pt x="401733" y="4043838"/>
                    </a:cubicBezTo>
                    <a:lnTo>
                      <a:pt x="401733" y="4043837"/>
                    </a:lnTo>
                    <a:lnTo>
                      <a:pt x="386040" y="3962159"/>
                    </a:lnTo>
                    <a:lnTo>
                      <a:pt x="395544" y="3923124"/>
                    </a:lnTo>
                    <a:cubicBezTo>
                      <a:pt x="400804" y="3910318"/>
                      <a:pt x="408210" y="3897721"/>
                      <a:pt x="417925" y="3885338"/>
                    </a:cubicBezTo>
                    <a:lnTo>
                      <a:pt x="417926" y="3885336"/>
                    </a:lnTo>
                    <a:lnTo>
                      <a:pt x="426528" y="3868763"/>
                    </a:lnTo>
                    <a:lnTo>
                      <a:pt x="427308" y="3852619"/>
                    </a:lnTo>
                    <a:lnTo>
                      <a:pt x="427308" y="3852618"/>
                    </a:lnTo>
                    <a:cubicBezTo>
                      <a:pt x="425642" y="3842045"/>
                      <a:pt x="420022" y="3831901"/>
                      <a:pt x="412973" y="3822471"/>
                    </a:cubicBezTo>
                    <a:lnTo>
                      <a:pt x="398042" y="3789775"/>
                    </a:lnTo>
                    <a:lnTo>
                      <a:pt x="404399" y="3754652"/>
                    </a:lnTo>
                    <a:cubicBezTo>
                      <a:pt x="407067" y="3749125"/>
                      <a:pt x="405733" y="3741315"/>
                      <a:pt x="404781" y="3734837"/>
                    </a:cubicBezTo>
                    <a:lnTo>
                      <a:pt x="404781" y="3734836"/>
                    </a:lnTo>
                    <a:lnTo>
                      <a:pt x="400733" y="3680163"/>
                    </a:lnTo>
                    <a:lnTo>
                      <a:pt x="407246" y="3654415"/>
                    </a:lnTo>
                    <a:cubicBezTo>
                      <a:pt x="411056" y="3646122"/>
                      <a:pt x="416735" y="3638157"/>
                      <a:pt x="424974" y="3630632"/>
                    </a:cubicBezTo>
                    <a:cubicBezTo>
                      <a:pt x="431452" y="3624725"/>
                      <a:pt x="434118" y="3614819"/>
                      <a:pt x="438500" y="3606817"/>
                    </a:cubicBezTo>
                    <a:cubicBezTo>
                      <a:pt x="447455" y="3590053"/>
                      <a:pt x="451503" y="3582004"/>
                      <a:pt x="450598" y="3574408"/>
                    </a:cubicBezTo>
                    <a:lnTo>
                      <a:pt x="450598" y="3574407"/>
                    </a:lnTo>
                    <a:cubicBezTo>
                      <a:pt x="449693" y="3566810"/>
                      <a:pt x="443835" y="3559667"/>
                      <a:pt x="432976" y="3544712"/>
                    </a:cubicBezTo>
                    <a:cubicBezTo>
                      <a:pt x="421546" y="3529089"/>
                      <a:pt x="409925" y="3507562"/>
                      <a:pt x="410877" y="3489466"/>
                    </a:cubicBezTo>
                    <a:cubicBezTo>
                      <a:pt x="416591" y="3380304"/>
                      <a:pt x="389159" y="3276479"/>
                      <a:pt x="363250" y="3172653"/>
                    </a:cubicBezTo>
                    <a:lnTo>
                      <a:pt x="350796" y="3077401"/>
                    </a:lnTo>
                    <a:lnTo>
                      <a:pt x="362488" y="2982148"/>
                    </a:lnTo>
                    <a:cubicBezTo>
                      <a:pt x="365441" y="2970575"/>
                      <a:pt x="366442" y="2959156"/>
                      <a:pt x="366072" y="2947862"/>
                    </a:cubicBezTo>
                    <a:lnTo>
                      <a:pt x="366072" y="2947861"/>
                    </a:lnTo>
                    <a:lnTo>
                      <a:pt x="366072" y="2947858"/>
                    </a:lnTo>
                    <a:lnTo>
                      <a:pt x="361441" y="2914327"/>
                    </a:lnTo>
                    <a:lnTo>
                      <a:pt x="358166" y="2903544"/>
                    </a:lnTo>
                    <a:lnTo>
                      <a:pt x="357138" y="2897784"/>
                    </a:lnTo>
                    <a:cubicBezTo>
                      <a:pt x="352392" y="2881306"/>
                      <a:pt x="346534" y="2865009"/>
                      <a:pt x="341533" y="2848792"/>
                    </a:cubicBezTo>
                    <a:close/>
                    <a:moveTo>
                      <a:pt x="296001" y="2745351"/>
                    </a:moveTo>
                    <a:lnTo>
                      <a:pt x="289670" y="2770757"/>
                    </a:lnTo>
                    <a:lnTo>
                      <a:pt x="290080" y="2778005"/>
                    </a:lnTo>
                    <a:lnTo>
                      <a:pt x="289301" y="2782304"/>
                    </a:lnTo>
                    <a:lnTo>
                      <a:pt x="290501" y="2785439"/>
                    </a:lnTo>
                    <a:lnTo>
                      <a:pt x="290929" y="2793022"/>
                    </a:lnTo>
                    <a:lnTo>
                      <a:pt x="300579" y="2811779"/>
                    </a:lnTo>
                    <a:lnTo>
                      <a:pt x="300582" y="2811786"/>
                    </a:lnTo>
                    <a:lnTo>
                      <a:pt x="300583" y="2811786"/>
                    </a:lnTo>
                    <a:lnTo>
                      <a:pt x="300579" y="2811779"/>
                    </a:lnTo>
                    <a:lnTo>
                      <a:pt x="290501" y="2785439"/>
                    </a:lnTo>
                    <a:lnTo>
                      <a:pt x="290080" y="2778005"/>
                    </a:lnTo>
                    <a:close/>
                    <a:moveTo>
                      <a:pt x="817328" y="1508457"/>
                    </a:moveTo>
                    <a:lnTo>
                      <a:pt x="845421" y="1596212"/>
                    </a:lnTo>
                    <a:cubicBezTo>
                      <a:pt x="847898" y="1604977"/>
                      <a:pt x="846373" y="1615835"/>
                      <a:pt x="843517" y="1624979"/>
                    </a:cubicBezTo>
                    <a:cubicBezTo>
                      <a:pt x="833801" y="1656222"/>
                      <a:pt x="809415" y="1676035"/>
                      <a:pt x="786935" y="1697752"/>
                    </a:cubicBezTo>
                    <a:cubicBezTo>
                      <a:pt x="777029" y="1707278"/>
                      <a:pt x="769981" y="1720422"/>
                      <a:pt x="764267" y="1733187"/>
                    </a:cubicBezTo>
                    <a:cubicBezTo>
                      <a:pt x="749595" y="1766334"/>
                      <a:pt x="736452" y="1800245"/>
                      <a:pt x="722546" y="1833774"/>
                    </a:cubicBezTo>
                    <a:cubicBezTo>
                      <a:pt x="721212" y="1837012"/>
                      <a:pt x="717783" y="1839678"/>
                      <a:pt x="714925" y="1842157"/>
                    </a:cubicBezTo>
                    <a:cubicBezTo>
                      <a:pt x="684824" y="1866921"/>
                      <a:pt x="654535" y="1891496"/>
                      <a:pt x="624434" y="1916453"/>
                    </a:cubicBezTo>
                    <a:cubicBezTo>
                      <a:pt x="618720" y="1921215"/>
                      <a:pt x="614528" y="1928075"/>
                      <a:pt x="609004" y="1933218"/>
                    </a:cubicBezTo>
                    <a:cubicBezTo>
                      <a:pt x="601384" y="1940458"/>
                      <a:pt x="594143" y="1949602"/>
                      <a:pt x="584999" y="1953412"/>
                    </a:cubicBezTo>
                    <a:cubicBezTo>
                      <a:pt x="556234" y="1965223"/>
                      <a:pt x="543850" y="1987893"/>
                      <a:pt x="538516" y="2016468"/>
                    </a:cubicBezTo>
                    <a:cubicBezTo>
                      <a:pt x="533563" y="2042569"/>
                      <a:pt x="529371" y="2068668"/>
                      <a:pt x="523657" y="2094577"/>
                    </a:cubicBezTo>
                    <a:cubicBezTo>
                      <a:pt x="516799" y="2126200"/>
                      <a:pt x="509369" y="2157635"/>
                      <a:pt x="500986" y="2188878"/>
                    </a:cubicBezTo>
                    <a:cubicBezTo>
                      <a:pt x="497366" y="2202403"/>
                      <a:pt x="493176" y="2216691"/>
                      <a:pt x="485746" y="2228313"/>
                    </a:cubicBezTo>
                    <a:cubicBezTo>
                      <a:pt x="465171" y="2260889"/>
                      <a:pt x="451265" y="2295752"/>
                      <a:pt x="456789" y="2334043"/>
                    </a:cubicBezTo>
                    <a:cubicBezTo>
                      <a:pt x="461171" y="2364714"/>
                      <a:pt x="449931" y="2390433"/>
                      <a:pt x="432404" y="2409484"/>
                    </a:cubicBezTo>
                    <a:cubicBezTo>
                      <a:pt x="424451" y="2418153"/>
                      <a:pt x="418938" y="2426976"/>
                      <a:pt x="415303" y="2435912"/>
                    </a:cubicBezTo>
                    <a:lnTo>
                      <a:pt x="415303" y="2435912"/>
                    </a:lnTo>
                    <a:lnTo>
                      <a:pt x="415303" y="2435912"/>
                    </a:lnTo>
                    <a:lnTo>
                      <a:pt x="414227" y="2440915"/>
                    </a:lnTo>
                    <a:lnTo>
                      <a:pt x="409472" y="2463016"/>
                    </a:lnTo>
                    <a:lnTo>
                      <a:pt x="409472" y="2463017"/>
                    </a:lnTo>
                    <a:lnTo>
                      <a:pt x="411535" y="2490550"/>
                    </a:lnTo>
                    <a:lnTo>
                      <a:pt x="418115" y="2518261"/>
                    </a:lnTo>
                    <a:lnTo>
                      <a:pt x="418115" y="2518264"/>
                    </a:lnTo>
                    <a:lnTo>
                      <a:pt x="421759" y="2545006"/>
                    </a:lnTo>
                    <a:lnTo>
                      <a:pt x="417545" y="2571033"/>
                    </a:lnTo>
                    <a:cubicBezTo>
                      <a:pt x="405543" y="2612944"/>
                      <a:pt x="372966" y="2640949"/>
                      <a:pt x="344391" y="2668000"/>
                    </a:cubicBezTo>
                    <a:cubicBezTo>
                      <a:pt x="320006" y="2691053"/>
                      <a:pt x="306290" y="2716962"/>
                      <a:pt x="296001" y="2745347"/>
                    </a:cubicBezTo>
                    <a:lnTo>
                      <a:pt x="296001" y="2745348"/>
                    </a:lnTo>
                    <a:cubicBezTo>
                      <a:pt x="306290" y="2716963"/>
                      <a:pt x="320006" y="2691054"/>
                      <a:pt x="344391" y="2668001"/>
                    </a:cubicBezTo>
                    <a:cubicBezTo>
                      <a:pt x="372966" y="2640950"/>
                      <a:pt x="405543" y="2612945"/>
                      <a:pt x="417545" y="2571034"/>
                    </a:cubicBezTo>
                    <a:cubicBezTo>
                      <a:pt x="420117" y="2561985"/>
                      <a:pt x="421593" y="2553555"/>
                      <a:pt x="421760" y="2545006"/>
                    </a:cubicBezTo>
                    <a:lnTo>
                      <a:pt x="421759" y="2545006"/>
                    </a:lnTo>
                    <a:lnTo>
                      <a:pt x="421760" y="2545005"/>
                    </a:lnTo>
                    <a:cubicBezTo>
                      <a:pt x="421926" y="2536456"/>
                      <a:pt x="420783" y="2527789"/>
                      <a:pt x="418115" y="2518263"/>
                    </a:cubicBezTo>
                    <a:lnTo>
                      <a:pt x="418115" y="2518261"/>
                    </a:lnTo>
                    <a:lnTo>
                      <a:pt x="409472" y="2463017"/>
                    </a:lnTo>
                    <a:lnTo>
                      <a:pt x="414227" y="2440915"/>
                    </a:lnTo>
                    <a:lnTo>
                      <a:pt x="415303" y="2435912"/>
                    </a:lnTo>
                    <a:lnTo>
                      <a:pt x="432404" y="2409485"/>
                    </a:lnTo>
                    <a:cubicBezTo>
                      <a:pt x="449931" y="2390434"/>
                      <a:pt x="461171" y="2364715"/>
                      <a:pt x="456789" y="2334044"/>
                    </a:cubicBezTo>
                    <a:cubicBezTo>
                      <a:pt x="451265" y="2295753"/>
                      <a:pt x="465171" y="2260890"/>
                      <a:pt x="485746" y="2228314"/>
                    </a:cubicBezTo>
                    <a:cubicBezTo>
                      <a:pt x="493176" y="2216692"/>
                      <a:pt x="497366" y="2202404"/>
                      <a:pt x="500986" y="2188879"/>
                    </a:cubicBezTo>
                    <a:cubicBezTo>
                      <a:pt x="509369" y="2157636"/>
                      <a:pt x="516799" y="2126201"/>
                      <a:pt x="523657" y="2094578"/>
                    </a:cubicBezTo>
                    <a:cubicBezTo>
                      <a:pt x="529371" y="2068669"/>
                      <a:pt x="533563" y="2042570"/>
                      <a:pt x="538516" y="2016469"/>
                    </a:cubicBezTo>
                    <a:cubicBezTo>
                      <a:pt x="543850" y="1987894"/>
                      <a:pt x="556234" y="1965224"/>
                      <a:pt x="584999" y="1953413"/>
                    </a:cubicBezTo>
                    <a:cubicBezTo>
                      <a:pt x="594143" y="1949603"/>
                      <a:pt x="601384" y="1940459"/>
                      <a:pt x="609004" y="1933219"/>
                    </a:cubicBezTo>
                    <a:cubicBezTo>
                      <a:pt x="614528" y="1928076"/>
                      <a:pt x="618720" y="1921216"/>
                      <a:pt x="624434" y="1916454"/>
                    </a:cubicBezTo>
                    <a:cubicBezTo>
                      <a:pt x="654535" y="1891497"/>
                      <a:pt x="684824" y="1866922"/>
                      <a:pt x="714925" y="1842158"/>
                    </a:cubicBezTo>
                    <a:cubicBezTo>
                      <a:pt x="717783" y="1839679"/>
                      <a:pt x="721212" y="1837013"/>
                      <a:pt x="722546" y="1833775"/>
                    </a:cubicBezTo>
                    <a:cubicBezTo>
                      <a:pt x="736452" y="1800246"/>
                      <a:pt x="749596" y="1766335"/>
                      <a:pt x="764267" y="1733188"/>
                    </a:cubicBezTo>
                    <a:cubicBezTo>
                      <a:pt x="769981" y="1720423"/>
                      <a:pt x="777029" y="1707279"/>
                      <a:pt x="786936" y="1697753"/>
                    </a:cubicBezTo>
                    <a:cubicBezTo>
                      <a:pt x="809416" y="1676036"/>
                      <a:pt x="833801" y="1656223"/>
                      <a:pt x="843517" y="1624980"/>
                    </a:cubicBezTo>
                    <a:cubicBezTo>
                      <a:pt x="846374" y="1615836"/>
                      <a:pt x="847899" y="1604978"/>
                      <a:pt x="845422" y="1596213"/>
                    </a:cubicBezTo>
                    <a:close/>
                    <a:moveTo>
                      <a:pt x="798723" y="1459072"/>
                    </a:moveTo>
                    <a:lnTo>
                      <a:pt x="807941" y="1481571"/>
                    </a:lnTo>
                    <a:lnTo>
                      <a:pt x="798724" y="1459073"/>
                    </a:lnTo>
                    <a:close/>
                    <a:moveTo>
                      <a:pt x="779530" y="1268757"/>
                    </a:moveTo>
                    <a:lnTo>
                      <a:pt x="774363" y="1286068"/>
                    </a:lnTo>
                    <a:cubicBezTo>
                      <a:pt x="759789" y="1306929"/>
                      <a:pt x="753550" y="1328551"/>
                      <a:pt x="752025" y="1350626"/>
                    </a:cubicBezTo>
                    <a:lnTo>
                      <a:pt x="757620" y="1413839"/>
                    </a:lnTo>
                    <a:lnTo>
                      <a:pt x="752026" y="1350627"/>
                    </a:lnTo>
                    <a:cubicBezTo>
                      <a:pt x="753550" y="1328552"/>
                      <a:pt x="759790" y="1306929"/>
                      <a:pt x="774363" y="1286069"/>
                    </a:cubicBezTo>
                    <a:cubicBezTo>
                      <a:pt x="777506" y="1281688"/>
                      <a:pt x="779078" y="1275401"/>
                      <a:pt x="779530" y="1268757"/>
                    </a:cubicBezTo>
                    <a:close/>
                    <a:moveTo>
                      <a:pt x="837801" y="773034"/>
                    </a:moveTo>
                    <a:lnTo>
                      <a:pt x="829801" y="854378"/>
                    </a:lnTo>
                    <a:cubicBezTo>
                      <a:pt x="827515" y="878955"/>
                      <a:pt x="826753" y="903721"/>
                      <a:pt x="798747" y="915342"/>
                    </a:cubicBezTo>
                    <a:cubicBezTo>
                      <a:pt x="794365" y="917058"/>
                      <a:pt x="791127" y="922772"/>
                      <a:pt x="788269" y="927154"/>
                    </a:cubicBezTo>
                    <a:cubicBezTo>
                      <a:pt x="744261" y="994784"/>
                      <a:pt x="745405" y="1030979"/>
                      <a:pt x="791889" y="1097086"/>
                    </a:cubicBezTo>
                    <a:cubicBezTo>
                      <a:pt x="796651" y="1103944"/>
                      <a:pt x="800081" y="1118612"/>
                      <a:pt x="796271" y="1123184"/>
                    </a:cubicBezTo>
                    <a:cubicBezTo>
                      <a:pt x="780459" y="1142616"/>
                      <a:pt x="773411" y="1162953"/>
                      <a:pt x="771553" y="1184028"/>
                    </a:cubicBezTo>
                    <a:cubicBezTo>
                      <a:pt x="773411" y="1162953"/>
                      <a:pt x="780460" y="1142617"/>
                      <a:pt x="796272" y="1123185"/>
                    </a:cubicBezTo>
                    <a:cubicBezTo>
                      <a:pt x="800082" y="1118613"/>
                      <a:pt x="796652" y="1103945"/>
                      <a:pt x="791890" y="1097087"/>
                    </a:cubicBezTo>
                    <a:cubicBezTo>
                      <a:pt x="745406" y="1030980"/>
                      <a:pt x="744262" y="994785"/>
                      <a:pt x="788270" y="927155"/>
                    </a:cubicBezTo>
                    <a:cubicBezTo>
                      <a:pt x="791128" y="922773"/>
                      <a:pt x="794366" y="917059"/>
                      <a:pt x="798748" y="915343"/>
                    </a:cubicBezTo>
                    <a:cubicBezTo>
                      <a:pt x="826753" y="903722"/>
                      <a:pt x="827515" y="878956"/>
                      <a:pt x="829801" y="854379"/>
                    </a:cubicBezTo>
                    <a:cubicBezTo>
                      <a:pt x="832277" y="827329"/>
                      <a:pt x="835515" y="800276"/>
                      <a:pt x="837801" y="773035"/>
                    </a:cubicBezTo>
                    <a:close/>
                    <a:moveTo>
                      <a:pt x="782400" y="517850"/>
                    </a:moveTo>
                    <a:lnTo>
                      <a:pt x="791317" y="556046"/>
                    </a:lnTo>
                    <a:cubicBezTo>
                      <a:pt x="793413" y="564047"/>
                      <a:pt x="798937" y="572621"/>
                      <a:pt x="797795" y="580049"/>
                    </a:cubicBezTo>
                    <a:cubicBezTo>
                      <a:pt x="794461" y="601577"/>
                      <a:pt x="796890" y="622200"/>
                      <a:pt x="801176" y="642536"/>
                    </a:cubicBezTo>
                    <a:lnTo>
                      <a:pt x="813700" y="694927"/>
                    </a:lnTo>
                    <a:lnTo>
                      <a:pt x="801177" y="642537"/>
                    </a:lnTo>
                    <a:cubicBezTo>
                      <a:pt x="796891" y="622200"/>
                      <a:pt x="794462" y="601578"/>
                      <a:pt x="797796" y="580050"/>
                    </a:cubicBezTo>
                    <a:cubicBezTo>
                      <a:pt x="798938" y="572622"/>
                      <a:pt x="793414" y="564048"/>
                      <a:pt x="791318" y="556047"/>
                    </a:cubicBezTo>
                    <a:close/>
                    <a:moveTo>
                      <a:pt x="783887" y="313532"/>
                    </a:moveTo>
                    <a:lnTo>
                      <a:pt x="786245" y="324057"/>
                    </a:lnTo>
                    <a:cubicBezTo>
                      <a:pt x="786031" y="328963"/>
                      <a:pt x="785126" y="334583"/>
                      <a:pt x="784459" y="338869"/>
                    </a:cubicBezTo>
                    <a:lnTo>
                      <a:pt x="784454" y="338897"/>
                    </a:lnTo>
                    <a:lnTo>
                      <a:pt x="778363" y="367327"/>
                    </a:lnTo>
                    <a:lnTo>
                      <a:pt x="774553" y="395639"/>
                    </a:lnTo>
                    <a:lnTo>
                      <a:pt x="784454" y="338897"/>
                    </a:lnTo>
                    <a:lnTo>
                      <a:pt x="784460" y="338870"/>
                    </a:lnTo>
                    <a:cubicBezTo>
                      <a:pt x="785794" y="330298"/>
                      <a:pt x="788080" y="316389"/>
                      <a:pt x="783888" y="313533"/>
                    </a:cubicBezTo>
                    <a:close/>
                    <a:moveTo>
                      <a:pt x="761560" y="281567"/>
                    </a:moveTo>
                    <a:lnTo>
                      <a:pt x="766454" y="295414"/>
                    </a:lnTo>
                    <a:lnTo>
                      <a:pt x="766455" y="295414"/>
                    </a:lnTo>
                    <a:close/>
                    <a:moveTo>
                      <a:pt x="774880" y="24485"/>
                    </a:moveTo>
                    <a:lnTo>
                      <a:pt x="777142" y="74128"/>
                    </a:lnTo>
                    <a:cubicBezTo>
                      <a:pt x="775758" y="100173"/>
                      <a:pt x="771253" y="125875"/>
                      <a:pt x="767023" y="151568"/>
                    </a:cubicBezTo>
                    <a:lnTo>
                      <a:pt x="766824" y="153387"/>
                    </a:lnTo>
                    <a:lnTo>
                      <a:pt x="763010" y="177270"/>
                    </a:lnTo>
                    <a:lnTo>
                      <a:pt x="758551" y="228943"/>
                    </a:lnTo>
                    <a:lnTo>
                      <a:pt x="766824" y="153387"/>
                    </a:lnTo>
                    <a:lnTo>
                      <a:pt x="771220" y="125860"/>
                    </a:lnTo>
                    <a:cubicBezTo>
                      <a:pt x="773910" y="108702"/>
                      <a:pt x="776220" y="91491"/>
                      <a:pt x="777143" y="74128"/>
                    </a:cubicBezTo>
                    <a:close/>
                    <a:moveTo>
                      <a:pt x="313354" y="0"/>
                    </a:moveTo>
                    <a:lnTo>
                      <a:pt x="777461" y="0"/>
                    </a:lnTo>
                    <a:lnTo>
                      <a:pt x="774743" y="21485"/>
                    </a:lnTo>
                    <a:lnTo>
                      <a:pt x="777461" y="0"/>
                    </a:lnTo>
                    <a:lnTo>
                      <a:pt x="4543952" y="1"/>
                    </a:lnTo>
                    <a:lnTo>
                      <a:pt x="4543952" y="6858000"/>
                    </a:lnTo>
                    <a:lnTo>
                      <a:pt x="284400" y="6858000"/>
                    </a:lnTo>
                    <a:lnTo>
                      <a:pt x="112147" y="6858000"/>
                    </a:lnTo>
                    <a:lnTo>
                      <a:pt x="102447" y="6815515"/>
                    </a:lnTo>
                    <a:cubicBezTo>
                      <a:pt x="96923" y="6793034"/>
                      <a:pt x="87016" y="6771318"/>
                      <a:pt x="83396" y="6748457"/>
                    </a:cubicBezTo>
                    <a:cubicBezTo>
                      <a:pt x="74824" y="6694163"/>
                      <a:pt x="68728" y="6639487"/>
                      <a:pt x="61870" y="6584811"/>
                    </a:cubicBezTo>
                    <a:cubicBezTo>
                      <a:pt x="54821" y="6528423"/>
                      <a:pt x="47391" y="6472224"/>
                      <a:pt x="41105" y="6415832"/>
                    </a:cubicBezTo>
                    <a:cubicBezTo>
                      <a:pt x="37865" y="6384971"/>
                      <a:pt x="37295" y="6353918"/>
                      <a:pt x="34247" y="6323057"/>
                    </a:cubicBezTo>
                    <a:cubicBezTo>
                      <a:pt x="31579" y="6296004"/>
                      <a:pt x="26626" y="6269143"/>
                      <a:pt x="23386" y="6242092"/>
                    </a:cubicBezTo>
                    <a:cubicBezTo>
                      <a:pt x="20720" y="6218659"/>
                      <a:pt x="19196" y="6195036"/>
                      <a:pt x="16528" y="6171604"/>
                    </a:cubicBezTo>
                    <a:cubicBezTo>
                      <a:pt x="12148" y="6134074"/>
                      <a:pt x="7194" y="6096735"/>
                      <a:pt x="2622" y="6059396"/>
                    </a:cubicBezTo>
                    <a:lnTo>
                      <a:pt x="0" y="6041768"/>
                    </a:lnTo>
                    <a:lnTo>
                      <a:pt x="0" y="6000936"/>
                    </a:lnTo>
                    <a:lnTo>
                      <a:pt x="3670" y="5957594"/>
                    </a:lnTo>
                    <a:lnTo>
                      <a:pt x="0" y="5912510"/>
                    </a:lnTo>
                    <a:lnTo>
                      <a:pt x="0" y="5886400"/>
                    </a:lnTo>
                    <a:lnTo>
                      <a:pt x="1098" y="5864317"/>
                    </a:lnTo>
                    <a:cubicBezTo>
                      <a:pt x="7576" y="5839360"/>
                      <a:pt x="16720" y="5815168"/>
                      <a:pt x="24720" y="5790591"/>
                    </a:cubicBezTo>
                    <a:cubicBezTo>
                      <a:pt x="25672" y="5787923"/>
                      <a:pt x="25864" y="5784685"/>
                      <a:pt x="26434" y="5781829"/>
                    </a:cubicBezTo>
                    <a:cubicBezTo>
                      <a:pt x="29675" y="5765634"/>
                      <a:pt x="32913" y="5749633"/>
                      <a:pt x="35771" y="5733439"/>
                    </a:cubicBezTo>
                    <a:cubicBezTo>
                      <a:pt x="37295" y="5724677"/>
                      <a:pt x="37485" y="5715722"/>
                      <a:pt x="38819" y="5706958"/>
                    </a:cubicBezTo>
                    <a:cubicBezTo>
                      <a:pt x="44153" y="5673049"/>
                      <a:pt x="35199" y="5635710"/>
                      <a:pt x="58250" y="5606371"/>
                    </a:cubicBezTo>
                    <a:cubicBezTo>
                      <a:pt x="73110" y="5587320"/>
                      <a:pt x="69680" y="5568841"/>
                      <a:pt x="67394" y="5548459"/>
                    </a:cubicBezTo>
                    <a:cubicBezTo>
                      <a:pt x="65680" y="5533026"/>
                      <a:pt x="66252" y="5517214"/>
                      <a:pt x="66060" y="5501593"/>
                    </a:cubicBezTo>
                    <a:cubicBezTo>
                      <a:pt x="65490" y="5474160"/>
                      <a:pt x="65298" y="5446727"/>
                      <a:pt x="64346" y="5419294"/>
                    </a:cubicBezTo>
                    <a:cubicBezTo>
                      <a:pt x="63966" y="5410530"/>
                      <a:pt x="59202" y="5401578"/>
                      <a:pt x="59964" y="5393004"/>
                    </a:cubicBezTo>
                    <a:cubicBezTo>
                      <a:pt x="63584" y="5353378"/>
                      <a:pt x="69300" y="5313753"/>
                      <a:pt x="72538" y="5274128"/>
                    </a:cubicBezTo>
                    <a:cubicBezTo>
                      <a:pt x="74442" y="5251649"/>
                      <a:pt x="70824" y="5228596"/>
                      <a:pt x="73490" y="5206307"/>
                    </a:cubicBezTo>
                    <a:cubicBezTo>
                      <a:pt x="76538" y="5180590"/>
                      <a:pt x="84348" y="5155444"/>
                      <a:pt x="89113" y="5129915"/>
                    </a:cubicBezTo>
                    <a:cubicBezTo>
                      <a:pt x="90445" y="5122866"/>
                      <a:pt x="88731" y="5115056"/>
                      <a:pt x="88351" y="5107626"/>
                    </a:cubicBezTo>
                    <a:cubicBezTo>
                      <a:pt x="87968" y="5099244"/>
                      <a:pt x="87206" y="5091051"/>
                      <a:pt x="87016" y="5082669"/>
                    </a:cubicBezTo>
                    <a:cubicBezTo>
                      <a:pt x="86634" y="5057140"/>
                      <a:pt x="87206" y="5031613"/>
                      <a:pt x="85872" y="5006085"/>
                    </a:cubicBezTo>
                    <a:cubicBezTo>
                      <a:pt x="85110" y="4990464"/>
                      <a:pt x="77300" y="4974081"/>
                      <a:pt x="80158" y="4959601"/>
                    </a:cubicBezTo>
                    <a:cubicBezTo>
                      <a:pt x="85682" y="4930074"/>
                      <a:pt x="73300" y="4900545"/>
                      <a:pt x="83586" y="4871018"/>
                    </a:cubicBezTo>
                    <a:cubicBezTo>
                      <a:pt x="86634" y="4861872"/>
                      <a:pt x="79014" y="4849299"/>
                      <a:pt x="78634" y="4838249"/>
                    </a:cubicBezTo>
                    <a:cubicBezTo>
                      <a:pt x="77682" y="4810626"/>
                      <a:pt x="77872" y="4783003"/>
                      <a:pt x="78062" y="4755380"/>
                    </a:cubicBezTo>
                    <a:cubicBezTo>
                      <a:pt x="78252" y="4730613"/>
                      <a:pt x="75586" y="4704894"/>
                      <a:pt x="80920" y="4681082"/>
                    </a:cubicBezTo>
                    <a:cubicBezTo>
                      <a:pt x="86634" y="4656125"/>
                      <a:pt x="85872" y="4633646"/>
                      <a:pt x="79396" y="4609451"/>
                    </a:cubicBezTo>
                    <a:cubicBezTo>
                      <a:pt x="75014" y="4592877"/>
                      <a:pt x="74442" y="4575350"/>
                      <a:pt x="73110" y="4558206"/>
                    </a:cubicBezTo>
                    <a:cubicBezTo>
                      <a:pt x="71586" y="4539727"/>
                      <a:pt x="75586" y="4519342"/>
                      <a:pt x="69300" y="4502578"/>
                    </a:cubicBezTo>
                    <a:cubicBezTo>
                      <a:pt x="50629" y="4452664"/>
                      <a:pt x="46629" y="4401418"/>
                      <a:pt x="46629" y="4349221"/>
                    </a:cubicBezTo>
                    <a:cubicBezTo>
                      <a:pt x="46629" y="4339694"/>
                      <a:pt x="49295" y="4329978"/>
                      <a:pt x="52153" y="4320836"/>
                    </a:cubicBezTo>
                    <a:cubicBezTo>
                      <a:pt x="69300" y="4267492"/>
                      <a:pt x="67776" y="4213960"/>
                      <a:pt x="57297" y="4159666"/>
                    </a:cubicBezTo>
                    <a:cubicBezTo>
                      <a:pt x="55011" y="4148426"/>
                      <a:pt x="54629" y="4135853"/>
                      <a:pt x="56915" y="4124613"/>
                    </a:cubicBezTo>
                    <a:cubicBezTo>
                      <a:pt x="63584" y="4092988"/>
                      <a:pt x="74634" y="4062317"/>
                      <a:pt x="79396" y="4030502"/>
                    </a:cubicBezTo>
                    <a:cubicBezTo>
                      <a:pt x="87206" y="3977924"/>
                      <a:pt x="60918" y="3932393"/>
                      <a:pt x="43771" y="3885337"/>
                    </a:cubicBezTo>
                    <a:cubicBezTo>
                      <a:pt x="31627" y="3851760"/>
                      <a:pt x="8016" y="3821934"/>
                      <a:pt x="426" y="3786776"/>
                    </a:cubicBezTo>
                    <a:lnTo>
                      <a:pt x="0" y="3773896"/>
                    </a:lnTo>
                    <a:lnTo>
                      <a:pt x="0" y="3393881"/>
                    </a:lnTo>
                    <a:lnTo>
                      <a:pt x="11838" y="3359515"/>
                    </a:lnTo>
                    <a:cubicBezTo>
                      <a:pt x="14434" y="3346204"/>
                      <a:pt x="14910" y="3332773"/>
                      <a:pt x="12910" y="3318770"/>
                    </a:cubicBezTo>
                    <a:cubicBezTo>
                      <a:pt x="12243" y="3314103"/>
                      <a:pt x="9909" y="3308769"/>
                      <a:pt x="6718" y="3304078"/>
                    </a:cubicBezTo>
                    <a:lnTo>
                      <a:pt x="0" y="3297656"/>
                    </a:lnTo>
                    <a:lnTo>
                      <a:pt x="0" y="3207866"/>
                    </a:lnTo>
                    <a:lnTo>
                      <a:pt x="15553" y="3186770"/>
                    </a:lnTo>
                    <a:cubicBezTo>
                      <a:pt x="28483" y="3162328"/>
                      <a:pt x="30484" y="3134646"/>
                      <a:pt x="36341" y="3107499"/>
                    </a:cubicBezTo>
                    <a:cubicBezTo>
                      <a:pt x="41105" y="3085402"/>
                      <a:pt x="41295" y="3064826"/>
                      <a:pt x="38057" y="3042727"/>
                    </a:cubicBezTo>
                    <a:cubicBezTo>
                      <a:pt x="30817" y="2994721"/>
                      <a:pt x="41105" y="2948046"/>
                      <a:pt x="54249" y="2901942"/>
                    </a:cubicBezTo>
                    <a:cubicBezTo>
                      <a:pt x="63012" y="2871461"/>
                      <a:pt x="68346" y="2840218"/>
                      <a:pt x="77300" y="2809929"/>
                    </a:cubicBezTo>
                    <a:cubicBezTo>
                      <a:pt x="84158" y="2787258"/>
                      <a:pt x="92351" y="2764589"/>
                      <a:pt x="103399" y="2743825"/>
                    </a:cubicBezTo>
                    <a:cubicBezTo>
                      <a:pt x="119594" y="2713722"/>
                      <a:pt x="143978" y="2687435"/>
                      <a:pt x="137500" y="2649142"/>
                    </a:cubicBezTo>
                    <a:cubicBezTo>
                      <a:pt x="131786" y="2615420"/>
                      <a:pt x="143786" y="2584941"/>
                      <a:pt x="155217" y="2554078"/>
                    </a:cubicBezTo>
                    <a:cubicBezTo>
                      <a:pt x="163599" y="2531408"/>
                      <a:pt x="172173" y="2508741"/>
                      <a:pt x="177507" y="2485306"/>
                    </a:cubicBezTo>
                    <a:cubicBezTo>
                      <a:pt x="183794" y="2457491"/>
                      <a:pt x="181126" y="2426058"/>
                      <a:pt x="192748" y="2401291"/>
                    </a:cubicBezTo>
                    <a:cubicBezTo>
                      <a:pt x="204940" y="2375382"/>
                      <a:pt x="196748" y="2353858"/>
                      <a:pt x="193318" y="2330805"/>
                    </a:cubicBezTo>
                    <a:cubicBezTo>
                      <a:pt x="187984" y="2294038"/>
                      <a:pt x="178077" y="2257458"/>
                      <a:pt x="190652" y="2220311"/>
                    </a:cubicBezTo>
                    <a:cubicBezTo>
                      <a:pt x="205892" y="2175162"/>
                      <a:pt x="222275" y="2130392"/>
                      <a:pt x="236753" y="2085053"/>
                    </a:cubicBezTo>
                    <a:cubicBezTo>
                      <a:pt x="242280" y="2067524"/>
                      <a:pt x="244566" y="2048667"/>
                      <a:pt x="247042" y="2030377"/>
                    </a:cubicBezTo>
                    <a:cubicBezTo>
                      <a:pt x="249138" y="2013042"/>
                      <a:pt x="243804" y="1992278"/>
                      <a:pt x="251804" y="1978939"/>
                    </a:cubicBezTo>
                    <a:cubicBezTo>
                      <a:pt x="272379" y="1944648"/>
                      <a:pt x="282475" y="1909407"/>
                      <a:pt x="282475" y="1869779"/>
                    </a:cubicBezTo>
                    <a:cubicBezTo>
                      <a:pt x="282475" y="1854919"/>
                      <a:pt x="291049" y="1840440"/>
                      <a:pt x="292573" y="1825392"/>
                    </a:cubicBezTo>
                    <a:cubicBezTo>
                      <a:pt x="294477" y="1804815"/>
                      <a:pt x="299622" y="1781193"/>
                      <a:pt x="292381" y="1763286"/>
                    </a:cubicBezTo>
                    <a:cubicBezTo>
                      <a:pt x="275237" y="1721184"/>
                      <a:pt x="289525" y="1687085"/>
                      <a:pt x="306480" y="1650316"/>
                    </a:cubicBezTo>
                    <a:cubicBezTo>
                      <a:pt x="323244" y="1614119"/>
                      <a:pt x="336579" y="1576018"/>
                      <a:pt x="347629" y="1537536"/>
                    </a:cubicBezTo>
                    <a:cubicBezTo>
                      <a:pt x="351629" y="1523058"/>
                      <a:pt x="344961" y="1505723"/>
                      <a:pt x="343629" y="1489719"/>
                    </a:cubicBezTo>
                    <a:cubicBezTo>
                      <a:pt x="343247" y="1484003"/>
                      <a:pt x="342675" y="1477716"/>
                      <a:pt x="344581" y="1472574"/>
                    </a:cubicBezTo>
                    <a:cubicBezTo>
                      <a:pt x="362870" y="1422853"/>
                      <a:pt x="376776" y="1372367"/>
                      <a:pt x="367252" y="1318455"/>
                    </a:cubicBezTo>
                    <a:cubicBezTo>
                      <a:pt x="366298" y="1313503"/>
                      <a:pt x="368394" y="1307977"/>
                      <a:pt x="369728" y="1303023"/>
                    </a:cubicBezTo>
                    <a:cubicBezTo>
                      <a:pt x="376586" y="1278828"/>
                      <a:pt x="387444" y="1255205"/>
                      <a:pt x="389921" y="1230632"/>
                    </a:cubicBezTo>
                    <a:cubicBezTo>
                      <a:pt x="396017" y="1170050"/>
                      <a:pt x="398495" y="1109090"/>
                      <a:pt x="402495" y="1048124"/>
                    </a:cubicBezTo>
                    <a:cubicBezTo>
                      <a:pt x="402685" y="1044314"/>
                      <a:pt x="402685" y="1040314"/>
                      <a:pt x="404019" y="1036886"/>
                    </a:cubicBezTo>
                    <a:cubicBezTo>
                      <a:pt x="412211" y="1014405"/>
                      <a:pt x="409543" y="994784"/>
                      <a:pt x="393923" y="975732"/>
                    </a:cubicBezTo>
                    <a:cubicBezTo>
                      <a:pt x="387064" y="967349"/>
                      <a:pt x="383444" y="955919"/>
                      <a:pt x="379634" y="945443"/>
                    </a:cubicBezTo>
                    <a:cubicBezTo>
                      <a:pt x="373918" y="930010"/>
                      <a:pt x="368394" y="914199"/>
                      <a:pt x="364774" y="898197"/>
                    </a:cubicBezTo>
                    <a:cubicBezTo>
                      <a:pt x="361346" y="882383"/>
                      <a:pt x="356583" y="865429"/>
                      <a:pt x="359250" y="850188"/>
                    </a:cubicBezTo>
                    <a:cubicBezTo>
                      <a:pt x="364012" y="822755"/>
                      <a:pt x="374680" y="796654"/>
                      <a:pt x="381730" y="769604"/>
                    </a:cubicBezTo>
                    <a:cubicBezTo>
                      <a:pt x="384206" y="760269"/>
                      <a:pt x="383824" y="749981"/>
                      <a:pt x="384016" y="740267"/>
                    </a:cubicBezTo>
                    <a:cubicBezTo>
                      <a:pt x="384586" y="717976"/>
                      <a:pt x="379062" y="695115"/>
                      <a:pt x="394875" y="674922"/>
                    </a:cubicBezTo>
                    <a:cubicBezTo>
                      <a:pt x="409733" y="656254"/>
                      <a:pt x="405353" y="637391"/>
                      <a:pt x="394113" y="617771"/>
                    </a:cubicBezTo>
                    <a:cubicBezTo>
                      <a:pt x="386110" y="603672"/>
                      <a:pt x="379824" y="587671"/>
                      <a:pt x="376776" y="571859"/>
                    </a:cubicBezTo>
                    <a:cubicBezTo>
                      <a:pt x="372586" y="550140"/>
                      <a:pt x="370870" y="528614"/>
                      <a:pt x="373348" y="505181"/>
                    </a:cubicBezTo>
                    <a:cubicBezTo>
                      <a:pt x="375062" y="488606"/>
                      <a:pt x="375824" y="475080"/>
                      <a:pt x="385920" y="462125"/>
                    </a:cubicBezTo>
                    <a:cubicBezTo>
                      <a:pt x="387444" y="460031"/>
                      <a:pt x="387826" y="456221"/>
                      <a:pt x="387634" y="453363"/>
                    </a:cubicBezTo>
                    <a:cubicBezTo>
                      <a:pt x="384396" y="415834"/>
                      <a:pt x="386110" y="378685"/>
                      <a:pt x="388399" y="340773"/>
                    </a:cubicBezTo>
                    <a:cubicBezTo>
                      <a:pt x="391445" y="292578"/>
                      <a:pt x="382492" y="241900"/>
                      <a:pt x="350487" y="200181"/>
                    </a:cubicBezTo>
                    <a:cubicBezTo>
                      <a:pt x="345723" y="194084"/>
                      <a:pt x="343629" y="184940"/>
                      <a:pt x="342485" y="176938"/>
                    </a:cubicBezTo>
                    <a:cubicBezTo>
                      <a:pt x="337533" y="139218"/>
                      <a:pt x="334103" y="101307"/>
                      <a:pt x="328579" y="63586"/>
                    </a:cubicBezTo>
                    <a:cubicBezTo>
                      <a:pt x="325530" y="43011"/>
                      <a:pt x="322862" y="21485"/>
                      <a:pt x="314480" y="2816"/>
                    </a:cubicBezTo>
                    <a:close/>
                  </a:path>
                </a:pathLst>
              </a:custGeom>
              <a:solidFill>
                <a:schemeClr val="bg1">
                  <a:alpha val="14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47F50E3A-159C-47E4-95D9-6CB23AE21B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7620000" y="-1"/>
              <a:ext cx="874716" cy="6858001"/>
              <a:chOff x="7620000" y="-1"/>
              <a:chExt cx="874716" cy="6858001"/>
            </a:xfrm>
          </p:grpSpPr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7283F107-CFFF-46A6-92CA-C482348BBDF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rot="5400000">
                <a:off x="4628357" y="2991642"/>
                <a:ext cx="6858001" cy="874716"/>
              </a:xfrm>
              <a:custGeom>
                <a:avLst/>
                <a:gdLst>
                  <a:gd name="connsiteX0" fmla="*/ 0 w 6858001"/>
                  <a:gd name="connsiteY0" fmla="*/ 533314 h 874716"/>
                  <a:gd name="connsiteX1" fmla="*/ 0 w 6858001"/>
                  <a:gd name="connsiteY1" fmla="*/ 69206 h 874716"/>
                  <a:gd name="connsiteX2" fmla="*/ 21486 w 6858001"/>
                  <a:gd name="connsiteY2" fmla="*/ 71924 h 874716"/>
                  <a:gd name="connsiteX3" fmla="*/ 228948 w 6858001"/>
                  <a:gd name="connsiteY3" fmla="*/ 88116 h 874716"/>
                  <a:gd name="connsiteX4" fmla="*/ 313533 w 6858001"/>
                  <a:gd name="connsiteY4" fmla="*/ 62779 h 874716"/>
                  <a:gd name="connsiteX5" fmla="*/ 338870 w 6858001"/>
                  <a:gd name="connsiteY5" fmla="*/ 62207 h 874716"/>
                  <a:gd name="connsiteX6" fmla="*/ 395640 w 6858001"/>
                  <a:gd name="connsiteY6" fmla="*/ 72114 h 874716"/>
                  <a:gd name="connsiteX7" fmla="*/ 512802 w 6858001"/>
                  <a:gd name="connsiteY7" fmla="*/ 65446 h 874716"/>
                  <a:gd name="connsiteX8" fmla="*/ 556047 w 6858001"/>
                  <a:gd name="connsiteY8" fmla="*/ 55349 h 874716"/>
                  <a:gd name="connsiteX9" fmla="*/ 580050 w 6858001"/>
                  <a:gd name="connsiteY9" fmla="*/ 48871 h 874716"/>
                  <a:gd name="connsiteX10" fmla="*/ 703308 w 6858001"/>
                  <a:gd name="connsiteY10" fmla="*/ 30964 h 874716"/>
                  <a:gd name="connsiteX11" fmla="*/ 758174 w 6858001"/>
                  <a:gd name="connsiteY11" fmla="*/ 11724 h 874716"/>
                  <a:gd name="connsiteX12" fmla="*/ 773035 w 6858001"/>
                  <a:gd name="connsiteY12" fmla="*/ 8866 h 874716"/>
                  <a:gd name="connsiteX13" fmla="*/ 854379 w 6858001"/>
                  <a:gd name="connsiteY13" fmla="*/ 16866 h 874716"/>
                  <a:gd name="connsiteX14" fmla="*/ 915343 w 6858001"/>
                  <a:gd name="connsiteY14" fmla="*/ 47919 h 874716"/>
                  <a:gd name="connsiteX15" fmla="*/ 927155 w 6858001"/>
                  <a:gd name="connsiteY15" fmla="*/ 58397 h 874716"/>
                  <a:gd name="connsiteX16" fmla="*/ 1097087 w 6858001"/>
                  <a:gd name="connsiteY16" fmla="*/ 54777 h 874716"/>
                  <a:gd name="connsiteX17" fmla="*/ 1123185 w 6858001"/>
                  <a:gd name="connsiteY17" fmla="*/ 50395 h 874716"/>
                  <a:gd name="connsiteX18" fmla="*/ 1249302 w 6858001"/>
                  <a:gd name="connsiteY18" fmla="*/ 68684 h 874716"/>
                  <a:gd name="connsiteX19" fmla="*/ 1286069 w 6858001"/>
                  <a:gd name="connsiteY19" fmla="*/ 72304 h 874716"/>
                  <a:gd name="connsiteX20" fmla="*/ 1417899 w 6858001"/>
                  <a:gd name="connsiteY20" fmla="*/ 88688 h 874716"/>
                  <a:gd name="connsiteX21" fmla="*/ 1436568 w 6858001"/>
                  <a:gd name="connsiteY21" fmla="*/ 73448 h 874716"/>
                  <a:gd name="connsiteX22" fmla="*/ 1490292 w 6858001"/>
                  <a:gd name="connsiteY22" fmla="*/ 35154 h 874716"/>
                  <a:gd name="connsiteX23" fmla="*/ 1596213 w 6858001"/>
                  <a:gd name="connsiteY23" fmla="*/ 1245 h 874716"/>
                  <a:gd name="connsiteX24" fmla="*/ 1624980 w 6858001"/>
                  <a:gd name="connsiteY24" fmla="*/ 3150 h 874716"/>
                  <a:gd name="connsiteX25" fmla="*/ 1697753 w 6858001"/>
                  <a:gd name="connsiteY25" fmla="*/ 59731 h 874716"/>
                  <a:gd name="connsiteX26" fmla="*/ 1733188 w 6858001"/>
                  <a:gd name="connsiteY26" fmla="*/ 82400 h 874716"/>
                  <a:gd name="connsiteX27" fmla="*/ 1833775 w 6858001"/>
                  <a:gd name="connsiteY27" fmla="*/ 124121 h 874716"/>
                  <a:gd name="connsiteX28" fmla="*/ 1842158 w 6858001"/>
                  <a:gd name="connsiteY28" fmla="*/ 131742 h 874716"/>
                  <a:gd name="connsiteX29" fmla="*/ 1916454 w 6858001"/>
                  <a:gd name="connsiteY29" fmla="*/ 222233 h 874716"/>
                  <a:gd name="connsiteX30" fmla="*/ 1933219 w 6858001"/>
                  <a:gd name="connsiteY30" fmla="*/ 237663 h 874716"/>
                  <a:gd name="connsiteX31" fmla="*/ 1953413 w 6858001"/>
                  <a:gd name="connsiteY31" fmla="*/ 261668 h 874716"/>
                  <a:gd name="connsiteX32" fmla="*/ 2016469 w 6858001"/>
                  <a:gd name="connsiteY32" fmla="*/ 308151 h 874716"/>
                  <a:gd name="connsiteX33" fmla="*/ 2094578 w 6858001"/>
                  <a:gd name="connsiteY33" fmla="*/ 323010 h 874716"/>
                  <a:gd name="connsiteX34" fmla="*/ 2188879 w 6858001"/>
                  <a:gd name="connsiteY34" fmla="*/ 345681 h 874716"/>
                  <a:gd name="connsiteX35" fmla="*/ 2228314 w 6858001"/>
                  <a:gd name="connsiteY35" fmla="*/ 360921 h 874716"/>
                  <a:gd name="connsiteX36" fmla="*/ 2334044 w 6858001"/>
                  <a:gd name="connsiteY36" fmla="*/ 389878 h 874716"/>
                  <a:gd name="connsiteX37" fmla="*/ 2409485 w 6858001"/>
                  <a:gd name="connsiteY37" fmla="*/ 414263 h 874716"/>
                  <a:gd name="connsiteX38" fmla="*/ 2518264 w 6858001"/>
                  <a:gd name="connsiteY38" fmla="*/ 428552 h 874716"/>
                  <a:gd name="connsiteX39" fmla="*/ 2571034 w 6858001"/>
                  <a:gd name="connsiteY39" fmla="*/ 429122 h 874716"/>
                  <a:gd name="connsiteX40" fmla="*/ 2668001 w 6858001"/>
                  <a:gd name="connsiteY40" fmla="*/ 502276 h 874716"/>
                  <a:gd name="connsiteX41" fmla="*/ 2745348 w 6858001"/>
                  <a:gd name="connsiteY41" fmla="*/ 550666 h 874716"/>
                  <a:gd name="connsiteX42" fmla="*/ 2826694 w 6858001"/>
                  <a:gd name="connsiteY42" fmla="*/ 527233 h 874716"/>
                  <a:gd name="connsiteX43" fmla="*/ 2848793 w 6858001"/>
                  <a:gd name="connsiteY43" fmla="*/ 505134 h 874716"/>
                  <a:gd name="connsiteX44" fmla="*/ 2982148 w 6858001"/>
                  <a:gd name="connsiteY44" fmla="*/ 484179 h 874716"/>
                  <a:gd name="connsiteX45" fmla="*/ 3172654 w 6858001"/>
                  <a:gd name="connsiteY45" fmla="*/ 483417 h 874716"/>
                  <a:gd name="connsiteX46" fmla="*/ 3489467 w 6858001"/>
                  <a:gd name="connsiteY46" fmla="*/ 435790 h 874716"/>
                  <a:gd name="connsiteX47" fmla="*/ 3544713 w 6858001"/>
                  <a:gd name="connsiteY47" fmla="*/ 413691 h 874716"/>
                  <a:gd name="connsiteX48" fmla="*/ 3606817 w 6858001"/>
                  <a:gd name="connsiteY48" fmla="*/ 408167 h 874716"/>
                  <a:gd name="connsiteX49" fmla="*/ 3630632 w 6858001"/>
                  <a:gd name="connsiteY49" fmla="*/ 421693 h 874716"/>
                  <a:gd name="connsiteX50" fmla="*/ 3734837 w 6858001"/>
                  <a:gd name="connsiteY50" fmla="*/ 441886 h 874716"/>
                  <a:gd name="connsiteX51" fmla="*/ 3754652 w 6858001"/>
                  <a:gd name="connsiteY51" fmla="*/ 442268 h 874716"/>
                  <a:gd name="connsiteX52" fmla="*/ 3822472 w 6858001"/>
                  <a:gd name="connsiteY52" fmla="*/ 433694 h 874716"/>
                  <a:gd name="connsiteX53" fmla="*/ 3885338 w 6858001"/>
                  <a:gd name="connsiteY53" fmla="*/ 428742 h 874716"/>
                  <a:gd name="connsiteX54" fmla="*/ 4043839 w 6858001"/>
                  <a:gd name="connsiteY54" fmla="*/ 444934 h 874716"/>
                  <a:gd name="connsiteX55" fmla="*/ 4165383 w 6858001"/>
                  <a:gd name="connsiteY55" fmla="*/ 441124 h 874716"/>
                  <a:gd name="connsiteX56" fmla="*/ 4221391 w 6858001"/>
                  <a:gd name="connsiteY56" fmla="*/ 444934 h 874716"/>
                  <a:gd name="connsiteX57" fmla="*/ 4253014 w 6858001"/>
                  <a:gd name="connsiteY57" fmla="*/ 450650 h 874716"/>
                  <a:gd name="connsiteX58" fmla="*/ 4324645 w 6858001"/>
                  <a:gd name="connsiteY58" fmla="*/ 490466 h 874716"/>
                  <a:gd name="connsiteX59" fmla="*/ 4363890 w 6858001"/>
                  <a:gd name="connsiteY59" fmla="*/ 499420 h 874716"/>
                  <a:gd name="connsiteX60" fmla="*/ 4482004 w 6858001"/>
                  <a:gd name="connsiteY60" fmla="*/ 498658 h 874716"/>
                  <a:gd name="connsiteX61" fmla="*/ 4659174 w 6858001"/>
                  <a:gd name="connsiteY61" fmla="*/ 438648 h 874716"/>
                  <a:gd name="connsiteX62" fmla="*/ 4677655 w 6858001"/>
                  <a:gd name="connsiteY62" fmla="*/ 430646 h 874716"/>
                  <a:gd name="connsiteX63" fmla="*/ 4767764 w 6858001"/>
                  <a:gd name="connsiteY63" fmla="*/ 420739 h 874716"/>
                  <a:gd name="connsiteX64" fmla="*/ 4828916 w 6858001"/>
                  <a:gd name="connsiteY64" fmla="*/ 434266 h 874716"/>
                  <a:gd name="connsiteX65" fmla="*/ 4912168 w 6858001"/>
                  <a:gd name="connsiteY65" fmla="*/ 462271 h 874716"/>
                  <a:gd name="connsiteX66" fmla="*/ 4987037 w 6858001"/>
                  <a:gd name="connsiteY66" fmla="*/ 485703 h 874716"/>
                  <a:gd name="connsiteX67" fmla="*/ 5041521 w 6858001"/>
                  <a:gd name="connsiteY67" fmla="*/ 512182 h 874716"/>
                  <a:gd name="connsiteX68" fmla="*/ 5166113 w 6858001"/>
                  <a:gd name="connsiteY68" fmla="*/ 531615 h 874716"/>
                  <a:gd name="connsiteX69" fmla="*/ 5179067 w 6858001"/>
                  <a:gd name="connsiteY69" fmla="*/ 534853 h 874716"/>
                  <a:gd name="connsiteX70" fmla="*/ 5272796 w 6858001"/>
                  <a:gd name="connsiteY70" fmla="*/ 511230 h 874716"/>
                  <a:gd name="connsiteX71" fmla="*/ 5385384 w 6858001"/>
                  <a:gd name="connsiteY71" fmla="*/ 487227 h 874716"/>
                  <a:gd name="connsiteX72" fmla="*/ 5425582 w 6858001"/>
                  <a:gd name="connsiteY72" fmla="*/ 495418 h 874716"/>
                  <a:gd name="connsiteX73" fmla="*/ 5480637 w 6858001"/>
                  <a:gd name="connsiteY73" fmla="*/ 507040 h 874716"/>
                  <a:gd name="connsiteX74" fmla="*/ 5531693 w 6858001"/>
                  <a:gd name="connsiteY74" fmla="*/ 500944 h 874716"/>
                  <a:gd name="connsiteX75" fmla="*/ 5562746 w 6858001"/>
                  <a:gd name="connsiteY75" fmla="*/ 500372 h 874716"/>
                  <a:gd name="connsiteX76" fmla="*/ 5704483 w 6858001"/>
                  <a:gd name="connsiteY76" fmla="*/ 571620 h 874716"/>
                  <a:gd name="connsiteX77" fmla="*/ 5740488 w 6858001"/>
                  <a:gd name="connsiteY77" fmla="*/ 577526 h 874716"/>
                  <a:gd name="connsiteX78" fmla="*/ 5760873 w 6858001"/>
                  <a:gd name="connsiteY78" fmla="*/ 586291 h 874716"/>
                  <a:gd name="connsiteX79" fmla="*/ 5883751 w 6858001"/>
                  <a:gd name="connsiteY79" fmla="*/ 674686 h 874716"/>
                  <a:gd name="connsiteX80" fmla="*/ 5935949 w 6858001"/>
                  <a:gd name="connsiteY80" fmla="*/ 692592 h 874716"/>
                  <a:gd name="connsiteX81" fmla="*/ 5993291 w 6858001"/>
                  <a:gd name="connsiteY81" fmla="*/ 688972 h 874716"/>
                  <a:gd name="connsiteX82" fmla="*/ 6026440 w 6858001"/>
                  <a:gd name="connsiteY82" fmla="*/ 682496 h 874716"/>
                  <a:gd name="connsiteX83" fmla="*/ 6108738 w 6858001"/>
                  <a:gd name="connsiteY83" fmla="*/ 626296 h 874716"/>
                  <a:gd name="connsiteX84" fmla="*/ 6155602 w 6858001"/>
                  <a:gd name="connsiteY84" fmla="*/ 628202 h 874716"/>
                  <a:gd name="connsiteX85" fmla="*/ 6228756 w 6858001"/>
                  <a:gd name="connsiteY85" fmla="*/ 666873 h 874716"/>
                  <a:gd name="connsiteX86" fmla="*/ 6361539 w 6858001"/>
                  <a:gd name="connsiteY86" fmla="*/ 684210 h 874716"/>
                  <a:gd name="connsiteX87" fmla="*/ 6428979 w 6858001"/>
                  <a:gd name="connsiteY87" fmla="*/ 630106 h 874716"/>
                  <a:gd name="connsiteX88" fmla="*/ 6463840 w 6858001"/>
                  <a:gd name="connsiteY88" fmla="*/ 578098 h 874716"/>
                  <a:gd name="connsiteX89" fmla="*/ 6564620 w 6858001"/>
                  <a:gd name="connsiteY89" fmla="*/ 517708 h 874716"/>
                  <a:gd name="connsiteX90" fmla="*/ 6588625 w 6858001"/>
                  <a:gd name="connsiteY90" fmla="*/ 540187 h 874716"/>
                  <a:gd name="connsiteX91" fmla="*/ 6662541 w 6858001"/>
                  <a:gd name="connsiteY91" fmla="*/ 549714 h 874716"/>
                  <a:gd name="connsiteX92" fmla="*/ 6742552 w 6858001"/>
                  <a:gd name="connsiteY92" fmla="*/ 548952 h 874716"/>
                  <a:gd name="connsiteX93" fmla="*/ 6812063 w 6858001"/>
                  <a:gd name="connsiteY93" fmla="*/ 568430 h 874716"/>
                  <a:gd name="connsiteX94" fmla="*/ 6858001 w 6858001"/>
                  <a:gd name="connsiteY94" fmla="*/ 562267 h 874716"/>
                  <a:gd name="connsiteX95" fmla="*/ 6858001 w 6858001"/>
                  <a:gd name="connsiteY95" fmla="*/ 734520 h 874716"/>
                  <a:gd name="connsiteX96" fmla="*/ 6815516 w 6858001"/>
                  <a:gd name="connsiteY96" fmla="*/ 744220 h 874716"/>
                  <a:gd name="connsiteX97" fmla="*/ 6748458 w 6858001"/>
                  <a:gd name="connsiteY97" fmla="*/ 763271 h 874716"/>
                  <a:gd name="connsiteX98" fmla="*/ 6584812 w 6858001"/>
                  <a:gd name="connsiteY98" fmla="*/ 784797 h 874716"/>
                  <a:gd name="connsiteX99" fmla="*/ 6415833 w 6858001"/>
                  <a:gd name="connsiteY99" fmla="*/ 805562 h 874716"/>
                  <a:gd name="connsiteX100" fmla="*/ 6323058 w 6858001"/>
                  <a:gd name="connsiteY100" fmla="*/ 812420 h 874716"/>
                  <a:gd name="connsiteX101" fmla="*/ 6242093 w 6858001"/>
                  <a:gd name="connsiteY101" fmla="*/ 823281 h 874716"/>
                  <a:gd name="connsiteX102" fmla="*/ 6171605 w 6858001"/>
                  <a:gd name="connsiteY102" fmla="*/ 830139 h 874716"/>
                  <a:gd name="connsiteX103" fmla="*/ 6059397 w 6858001"/>
                  <a:gd name="connsiteY103" fmla="*/ 844045 h 874716"/>
                  <a:gd name="connsiteX104" fmla="*/ 6012723 w 6858001"/>
                  <a:gd name="connsiteY104" fmla="*/ 847665 h 874716"/>
                  <a:gd name="connsiteX105" fmla="*/ 5902610 w 6858001"/>
                  <a:gd name="connsiteY105" fmla="*/ 847473 h 874716"/>
                  <a:gd name="connsiteX106" fmla="*/ 5864318 w 6858001"/>
                  <a:gd name="connsiteY106" fmla="*/ 845569 h 874716"/>
                  <a:gd name="connsiteX107" fmla="*/ 5790592 w 6858001"/>
                  <a:gd name="connsiteY107" fmla="*/ 821947 h 874716"/>
                  <a:gd name="connsiteX108" fmla="*/ 5781830 w 6858001"/>
                  <a:gd name="connsiteY108" fmla="*/ 820233 h 874716"/>
                  <a:gd name="connsiteX109" fmla="*/ 5733440 w 6858001"/>
                  <a:gd name="connsiteY109" fmla="*/ 810896 h 874716"/>
                  <a:gd name="connsiteX110" fmla="*/ 5706959 w 6858001"/>
                  <a:gd name="connsiteY110" fmla="*/ 807848 h 874716"/>
                  <a:gd name="connsiteX111" fmla="*/ 5606372 w 6858001"/>
                  <a:gd name="connsiteY111" fmla="*/ 788417 h 874716"/>
                  <a:gd name="connsiteX112" fmla="*/ 5548460 w 6858001"/>
                  <a:gd name="connsiteY112" fmla="*/ 779273 h 874716"/>
                  <a:gd name="connsiteX113" fmla="*/ 5501594 w 6858001"/>
                  <a:gd name="connsiteY113" fmla="*/ 780607 h 874716"/>
                  <a:gd name="connsiteX114" fmla="*/ 5419295 w 6858001"/>
                  <a:gd name="connsiteY114" fmla="*/ 782321 h 874716"/>
                  <a:gd name="connsiteX115" fmla="*/ 5393005 w 6858001"/>
                  <a:gd name="connsiteY115" fmla="*/ 786703 h 874716"/>
                  <a:gd name="connsiteX116" fmla="*/ 5274129 w 6858001"/>
                  <a:gd name="connsiteY116" fmla="*/ 774129 h 874716"/>
                  <a:gd name="connsiteX117" fmla="*/ 5206308 w 6858001"/>
                  <a:gd name="connsiteY117" fmla="*/ 773177 h 874716"/>
                  <a:gd name="connsiteX118" fmla="*/ 5129916 w 6858001"/>
                  <a:gd name="connsiteY118" fmla="*/ 757554 h 874716"/>
                  <a:gd name="connsiteX119" fmla="*/ 5107627 w 6858001"/>
                  <a:gd name="connsiteY119" fmla="*/ 758316 h 874716"/>
                  <a:gd name="connsiteX120" fmla="*/ 5082670 w 6858001"/>
                  <a:gd name="connsiteY120" fmla="*/ 759651 h 874716"/>
                  <a:gd name="connsiteX121" fmla="*/ 5006086 w 6858001"/>
                  <a:gd name="connsiteY121" fmla="*/ 760795 h 874716"/>
                  <a:gd name="connsiteX122" fmla="*/ 4959602 w 6858001"/>
                  <a:gd name="connsiteY122" fmla="*/ 766509 h 874716"/>
                  <a:gd name="connsiteX123" fmla="*/ 4871019 w 6858001"/>
                  <a:gd name="connsiteY123" fmla="*/ 763081 h 874716"/>
                  <a:gd name="connsiteX124" fmla="*/ 4838250 w 6858001"/>
                  <a:gd name="connsiteY124" fmla="*/ 768033 h 874716"/>
                  <a:gd name="connsiteX125" fmla="*/ 4755381 w 6858001"/>
                  <a:gd name="connsiteY125" fmla="*/ 768605 h 874716"/>
                  <a:gd name="connsiteX126" fmla="*/ 4681083 w 6858001"/>
                  <a:gd name="connsiteY126" fmla="*/ 765747 h 874716"/>
                  <a:gd name="connsiteX127" fmla="*/ 4609452 w 6858001"/>
                  <a:gd name="connsiteY127" fmla="*/ 767271 h 874716"/>
                  <a:gd name="connsiteX128" fmla="*/ 4558207 w 6858001"/>
                  <a:gd name="connsiteY128" fmla="*/ 773557 h 874716"/>
                  <a:gd name="connsiteX129" fmla="*/ 4502579 w 6858001"/>
                  <a:gd name="connsiteY129" fmla="*/ 777367 h 874716"/>
                  <a:gd name="connsiteX130" fmla="*/ 4349222 w 6858001"/>
                  <a:gd name="connsiteY130" fmla="*/ 800038 h 874716"/>
                  <a:gd name="connsiteX131" fmla="*/ 4320837 w 6858001"/>
                  <a:gd name="connsiteY131" fmla="*/ 794514 h 874716"/>
                  <a:gd name="connsiteX132" fmla="*/ 4159667 w 6858001"/>
                  <a:gd name="connsiteY132" fmla="*/ 789370 h 874716"/>
                  <a:gd name="connsiteX133" fmla="*/ 4124614 w 6858001"/>
                  <a:gd name="connsiteY133" fmla="*/ 789752 h 874716"/>
                  <a:gd name="connsiteX134" fmla="*/ 4030503 w 6858001"/>
                  <a:gd name="connsiteY134" fmla="*/ 767271 h 874716"/>
                  <a:gd name="connsiteX135" fmla="*/ 3885338 w 6858001"/>
                  <a:gd name="connsiteY135" fmla="*/ 802896 h 874716"/>
                  <a:gd name="connsiteX136" fmla="*/ 3749506 w 6858001"/>
                  <a:gd name="connsiteY136" fmla="*/ 847473 h 874716"/>
                  <a:gd name="connsiteX137" fmla="*/ 3732361 w 6858001"/>
                  <a:gd name="connsiteY137" fmla="*/ 853190 h 874716"/>
                  <a:gd name="connsiteX138" fmla="*/ 3683591 w 6858001"/>
                  <a:gd name="connsiteY138" fmla="*/ 862906 h 874716"/>
                  <a:gd name="connsiteX139" fmla="*/ 3623201 w 6858001"/>
                  <a:gd name="connsiteY139" fmla="*/ 866334 h 874716"/>
                  <a:gd name="connsiteX140" fmla="*/ 3546617 w 6858001"/>
                  <a:gd name="connsiteY140" fmla="*/ 874716 h 874716"/>
                  <a:gd name="connsiteX141" fmla="*/ 3485275 w 6858001"/>
                  <a:gd name="connsiteY141" fmla="*/ 864238 h 874716"/>
                  <a:gd name="connsiteX142" fmla="*/ 3399546 w 6858001"/>
                  <a:gd name="connsiteY142" fmla="*/ 848618 h 874716"/>
                  <a:gd name="connsiteX143" fmla="*/ 3318771 w 6858001"/>
                  <a:gd name="connsiteY143" fmla="*/ 833757 h 874716"/>
                  <a:gd name="connsiteX144" fmla="*/ 3293244 w 6858001"/>
                  <a:gd name="connsiteY144" fmla="*/ 851284 h 874716"/>
                  <a:gd name="connsiteX145" fmla="*/ 3253809 w 6858001"/>
                  <a:gd name="connsiteY145" fmla="*/ 866524 h 874716"/>
                  <a:gd name="connsiteX146" fmla="*/ 3209993 w 6858001"/>
                  <a:gd name="connsiteY146" fmla="*/ 848235 h 874716"/>
                  <a:gd name="connsiteX147" fmla="*/ 3107500 w 6858001"/>
                  <a:gd name="connsiteY147" fmla="*/ 810326 h 874716"/>
                  <a:gd name="connsiteX148" fmla="*/ 3042728 w 6858001"/>
                  <a:gd name="connsiteY148" fmla="*/ 808610 h 874716"/>
                  <a:gd name="connsiteX149" fmla="*/ 2901943 w 6858001"/>
                  <a:gd name="connsiteY149" fmla="*/ 792418 h 874716"/>
                  <a:gd name="connsiteX150" fmla="*/ 2809930 w 6858001"/>
                  <a:gd name="connsiteY150" fmla="*/ 769367 h 874716"/>
                  <a:gd name="connsiteX151" fmla="*/ 2743826 w 6858001"/>
                  <a:gd name="connsiteY151" fmla="*/ 743268 h 874716"/>
                  <a:gd name="connsiteX152" fmla="*/ 2649143 w 6858001"/>
                  <a:gd name="connsiteY152" fmla="*/ 709167 h 874716"/>
                  <a:gd name="connsiteX153" fmla="*/ 2554079 w 6858001"/>
                  <a:gd name="connsiteY153" fmla="*/ 691450 h 874716"/>
                  <a:gd name="connsiteX154" fmla="*/ 2485307 w 6858001"/>
                  <a:gd name="connsiteY154" fmla="*/ 669160 h 874716"/>
                  <a:gd name="connsiteX155" fmla="*/ 2401292 w 6858001"/>
                  <a:gd name="connsiteY155" fmla="*/ 653919 h 874716"/>
                  <a:gd name="connsiteX156" fmla="*/ 2330806 w 6858001"/>
                  <a:gd name="connsiteY156" fmla="*/ 653349 h 874716"/>
                  <a:gd name="connsiteX157" fmla="*/ 2220312 w 6858001"/>
                  <a:gd name="connsiteY157" fmla="*/ 656015 h 874716"/>
                  <a:gd name="connsiteX158" fmla="*/ 2085054 w 6858001"/>
                  <a:gd name="connsiteY158" fmla="*/ 609914 h 874716"/>
                  <a:gd name="connsiteX159" fmla="*/ 2030378 w 6858001"/>
                  <a:gd name="connsiteY159" fmla="*/ 599625 h 874716"/>
                  <a:gd name="connsiteX160" fmla="*/ 1978940 w 6858001"/>
                  <a:gd name="connsiteY160" fmla="*/ 594863 h 874716"/>
                  <a:gd name="connsiteX161" fmla="*/ 1869780 w 6858001"/>
                  <a:gd name="connsiteY161" fmla="*/ 564192 h 874716"/>
                  <a:gd name="connsiteX162" fmla="*/ 1825393 w 6858001"/>
                  <a:gd name="connsiteY162" fmla="*/ 554094 h 874716"/>
                  <a:gd name="connsiteX163" fmla="*/ 1763287 w 6858001"/>
                  <a:gd name="connsiteY163" fmla="*/ 554286 h 874716"/>
                  <a:gd name="connsiteX164" fmla="*/ 1650317 w 6858001"/>
                  <a:gd name="connsiteY164" fmla="*/ 540187 h 874716"/>
                  <a:gd name="connsiteX165" fmla="*/ 1537537 w 6858001"/>
                  <a:gd name="connsiteY165" fmla="*/ 499038 h 874716"/>
                  <a:gd name="connsiteX166" fmla="*/ 1489720 w 6858001"/>
                  <a:gd name="connsiteY166" fmla="*/ 503038 h 874716"/>
                  <a:gd name="connsiteX167" fmla="*/ 1472575 w 6858001"/>
                  <a:gd name="connsiteY167" fmla="*/ 502086 h 874716"/>
                  <a:gd name="connsiteX168" fmla="*/ 1318456 w 6858001"/>
                  <a:gd name="connsiteY168" fmla="*/ 479415 h 874716"/>
                  <a:gd name="connsiteX169" fmla="*/ 1303024 w 6858001"/>
                  <a:gd name="connsiteY169" fmla="*/ 476939 h 874716"/>
                  <a:gd name="connsiteX170" fmla="*/ 1230633 w 6858001"/>
                  <a:gd name="connsiteY170" fmla="*/ 456746 h 874716"/>
                  <a:gd name="connsiteX171" fmla="*/ 1048125 w 6858001"/>
                  <a:gd name="connsiteY171" fmla="*/ 444172 h 874716"/>
                  <a:gd name="connsiteX172" fmla="*/ 1036887 w 6858001"/>
                  <a:gd name="connsiteY172" fmla="*/ 442648 h 874716"/>
                  <a:gd name="connsiteX173" fmla="*/ 975733 w 6858001"/>
                  <a:gd name="connsiteY173" fmla="*/ 452744 h 874716"/>
                  <a:gd name="connsiteX174" fmla="*/ 945444 w 6858001"/>
                  <a:gd name="connsiteY174" fmla="*/ 467033 h 874716"/>
                  <a:gd name="connsiteX175" fmla="*/ 898198 w 6858001"/>
                  <a:gd name="connsiteY175" fmla="*/ 481893 h 874716"/>
                  <a:gd name="connsiteX176" fmla="*/ 850189 w 6858001"/>
                  <a:gd name="connsiteY176" fmla="*/ 487417 h 874716"/>
                  <a:gd name="connsiteX177" fmla="*/ 769605 w 6858001"/>
                  <a:gd name="connsiteY177" fmla="*/ 464937 h 874716"/>
                  <a:gd name="connsiteX178" fmla="*/ 740268 w 6858001"/>
                  <a:gd name="connsiteY178" fmla="*/ 462651 h 874716"/>
                  <a:gd name="connsiteX179" fmla="*/ 674923 w 6858001"/>
                  <a:gd name="connsiteY179" fmla="*/ 451792 h 874716"/>
                  <a:gd name="connsiteX180" fmla="*/ 617772 w 6858001"/>
                  <a:gd name="connsiteY180" fmla="*/ 452554 h 874716"/>
                  <a:gd name="connsiteX181" fmla="*/ 571860 w 6858001"/>
                  <a:gd name="connsiteY181" fmla="*/ 469891 h 874716"/>
                  <a:gd name="connsiteX182" fmla="*/ 505182 w 6858001"/>
                  <a:gd name="connsiteY182" fmla="*/ 473319 h 874716"/>
                  <a:gd name="connsiteX183" fmla="*/ 462126 w 6858001"/>
                  <a:gd name="connsiteY183" fmla="*/ 460747 h 874716"/>
                  <a:gd name="connsiteX184" fmla="*/ 453364 w 6858001"/>
                  <a:gd name="connsiteY184" fmla="*/ 459033 h 874716"/>
                  <a:gd name="connsiteX185" fmla="*/ 340774 w 6858001"/>
                  <a:gd name="connsiteY185" fmla="*/ 458268 h 874716"/>
                  <a:gd name="connsiteX186" fmla="*/ 200182 w 6858001"/>
                  <a:gd name="connsiteY186" fmla="*/ 496180 h 874716"/>
                  <a:gd name="connsiteX187" fmla="*/ 176939 w 6858001"/>
                  <a:gd name="connsiteY187" fmla="*/ 504182 h 874716"/>
                  <a:gd name="connsiteX188" fmla="*/ 63587 w 6858001"/>
                  <a:gd name="connsiteY188" fmla="*/ 518088 h 874716"/>
                  <a:gd name="connsiteX189" fmla="*/ 2817 w 6858001"/>
                  <a:gd name="connsiteY189" fmla="*/ 532187 h 874716"/>
                  <a:gd name="connsiteX190" fmla="*/ 0 w 6858001"/>
                  <a:gd name="connsiteY190" fmla="*/ 533314 h 8747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</a:cxnLst>
                <a:rect l="l" t="t" r="r" b="b"/>
                <a:pathLst>
                  <a:path w="6858001" h="874716">
                    <a:moveTo>
                      <a:pt x="0" y="533314"/>
                    </a:moveTo>
                    <a:lnTo>
                      <a:pt x="0" y="69206"/>
                    </a:lnTo>
                    <a:lnTo>
                      <a:pt x="21486" y="71924"/>
                    </a:lnTo>
                    <a:cubicBezTo>
                      <a:pt x="92546" y="60493"/>
                      <a:pt x="159604" y="87354"/>
                      <a:pt x="228948" y="88116"/>
                    </a:cubicBezTo>
                    <a:cubicBezTo>
                      <a:pt x="260382" y="88496"/>
                      <a:pt x="291435" y="94592"/>
                      <a:pt x="313533" y="62779"/>
                    </a:cubicBezTo>
                    <a:cubicBezTo>
                      <a:pt x="316389" y="58587"/>
                      <a:pt x="330298" y="60873"/>
                      <a:pt x="338870" y="62207"/>
                    </a:cubicBezTo>
                    <a:cubicBezTo>
                      <a:pt x="357921" y="65066"/>
                      <a:pt x="376781" y="72304"/>
                      <a:pt x="395640" y="72114"/>
                    </a:cubicBezTo>
                    <a:cubicBezTo>
                      <a:pt x="434695" y="71924"/>
                      <a:pt x="473939" y="68876"/>
                      <a:pt x="512802" y="65446"/>
                    </a:cubicBezTo>
                    <a:cubicBezTo>
                      <a:pt x="527470" y="64112"/>
                      <a:pt x="541569" y="58969"/>
                      <a:pt x="556047" y="55349"/>
                    </a:cubicBezTo>
                    <a:cubicBezTo>
                      <a:pt x="564048" y="53253"/>
                      <a:pt x="572622" y="47729"/>
                      <a:pt x="580050" y="48871"/>
                    </a:cubicBezTo>
                    <a:cubicBezTo>
                      <a:pt x="623106" y="55539"/>
                      <a:pt x="662541" y="39157"/>
                      <a:pt x="703308" y="30964"/>
                    </a:cubicBezTo>
                    <a:cubicBezTo>
                      <a:pt x="722169" y="27154"/>
                      <a:pt x="739886" y="18010"/>
                      <a:pt x="758174" y="11724"/>
                    </a:cubicBezTo>
                    <a:cubicBezTo>
                      <a:pt x="762936" y="10008"/>
                      <a:pt x="768271" y="8484"/>
                      <a:pt x="773035" y="8866"/>
                    </a:cubicBezTo>
                    <a:cubicBezTo>
                      <a:pt x="800276" y="11152"/>
                      <a:pt x="827329" y="14390"/>
                      <a:pt x="854379" y="16866"/>
                    </a:cubicBezTo>
                    <a:cubicBezTo>
                      <a:pt x="878956" y="19152"/>
                      <a:pt x="903722" y="19914"/>
                      <a:pt x="915343" y="47919"/>
                    </a:cubicBezTo>
                    <a:cubicBezTo>
                      <a:pt x="917059" y="52301"/>
                      <a:pt x="922773" y="55539"/>
                      <a:pt x="927155" y="58397"/>
                    </a:cubicBezTo>
                    <a:cubicBezTo>
                      <a:pt x="994785" y="102405"/>
                      <a:pt x="1030980" y="101261"/>
                      <a:pt x="1097087" y="54777"/>
                    </a:cubicBezTo>
                    <a:cubicBezTo>
                      <a:pt x="1103945" y="50015"/>
                      <a:pt x="1118613" y="46585"/>
                      <a:pt x="1123185" y="50395"/>
                    </a:cubicBezTo>
                    <a:cubicBezTo>
                      <a:pt x="1162049" y="82020"/>
                      <a:pt x="1204532" y="78590"/>
                      <a:pt x="1249302" y="68684"/>
                    </a:cubicBezTo>
                    <a:cubicBezTo>
                      <a:pt x="1260922" y="66018"/>
                      <a:pt x="1277307" y="66018"/>
                      <a:pt x="1286069" y="72304"/>
                    </a:cubicBezTo>
                    <a:cubicBezTo>
                      <a:pt x="1327790" y="101451"/>
                      <a:pt x="1372560" y="97261"/>
                      <a:pt x="1417899" y="88688"/>
                    </a:cubicBezTo>
                    <a:cubicBezTo>
                      <a:pt x="1424948" y="87354"/>
                      <a:pt x="1433522" y="80114"/>
                      <a:pt x="1436568" y="73448"/>
                    </a:cubicBezTo>
                    <a:cubicBezTo>
                      <a:pt x="1447428" y="49825"/>
                      <a:pt x="1467813" y="41823"/>
                      <a:pt x="1490292" y="35154"/>
                    </a:cubicBezTo>
                    <a:cubicBezTo>
                      <a:pt x="1525727" y="24296"/>
                      <a:pt x="1560588" y="11532"/>
                      <a:pt x="1596213" y="1245"/>
                    </a:cubicBezTo>
                    <a:cubicBezTo>
                      <a:pt x="1604978" y="-1231"/>
                      <a:pt x="1615836" y="293"/>
                      <a:pt x="1624980" y="3150"/>
                    </a:cubicBezTo>
                    <a:cubicBezTo>
                      <a:pt x="1656223" y="12866"/>
                      <a:pt x="1676036" y="37251"/>
                      <a:pt x="1697753" y="59731"/>
                    </a:cubicBezTo>
                    <a:cubicBezTo>
                      <a:pt x="1707279" y="69638"/>
                      <a:pt x="1720423" y="76686"/>
                      <a:pt x="1733188" y="82400"/>
                    </a:cubicBezTo>
                    <a:cubicBezTo>
                      <a:pt x="1766335" y="97071"/>
                      <a:pt x="1800246" y="110215"/>
                      <a:pt x="1833775" y="124121"/>
                    </a:cubicBezTo>
                    <a:cubicBezTo>
                      <a:pt x="1837013" y="125455"/>
                      <a:pt x="1839679" y="128884"/>
                      <a:pt x="1842158" y="131742"/>
                    </a:cubicBezTo>
                    <a:cubicBezTo>
                      <a:pt x="1866922" y="161843"/>
                      <a:pt x="1891497" y="192132"/>
                      <a:pt x="1916454" y="222233"/>
                    </a:cubicBezTo>
                    <a:cubicBezTo>
                      <a:pt x="1921216" y="227947"/>
                      <a:pt x="1928076" y="232139"/>
                      <a:pt x="1933219" y="237663"/>
                    </a:cubicBezTo>
                    <a:cubicBezTo>
                      <a:pt x="1940459" y="245283"/>
                      <a:pt x="1949603" y="252524"/>
                      <a:pt x="1953413" y="261668"/>
                    </a:cubicBezTo>
                    <a:cubicBezTo>
                      <a:pt x="1965224" y="290433"/>
                      <a:pt x="1987894" y="302817"/>
                      <a:pt x="2016469" y="308151"/>
                    </a:cubicBezTo>
                    <a:cubicBezTo>
                      <a:pt x="2042570" y="313104"/>
                      <a:pt x="2068669" y="317296"/>
                      <a:pt x="2094578" y="323010"/>
                    </a:cubicBezTo>
                    <a:cubicBezTo>
                      <a:pt x="2126201" y="329868"/>
                      <a:pt x="2157636" y="337298"/>
                      <a:pt x="2188879" y="345681"/>
                    </a:cubicBezTo>
                    <a:cubicBezTo>
                      <a:pt x="2202404" y="349301"/>
                      <a:pt x="2216692" y="353491"/>
                      <a:pt x="2228314" y="360921"/>
                    </a:cubicBezTo>
                    <a:cubicBezTo>
                      <a:pt x="2260890" y="381496"/>
                      <a:pt x="2295753" y="395402"/>
                      <a:pt x="2334044" y="389878"/>
                    </a:cubicBezTo>
                    <a:cubicBezTo>
                      <a:pt x="2364715" y="385496"/>
                      <a:pt x="2390434" y="396736"/>
                      <a:pt x="2409485" y="414263"/>
                    </a:cubicBezTo>
                    <a:cubicBezTo>
                      <a:pt x="2444158" y="446078"/>
                      <a:pt x="2481305" y="438838"/>
                      <a:pt x="2518264" y="428552"/>
                    </a:cubicBezTo>
                    <a:cubicBezTo>
                      <a:pt x="2537315" y="423217"/>
                      <a:pt x="2552935" y="423979"/>
                      <a:pt x="2571034" y="429122"/>
                    </a:cubicBezTo>
                    <a:cubicBezTo>
                      <a:pt x="2612945" y="441124"/>
                      <a:pt x="2640950" y="473701"/>
                      <a:pt x="2668001" y="502276"/>
                    </a:cubicBezTo>
                    <a:cubicBezTo>
                      <a:pt x="2691054" y="526661"/>
                      <a:pt x="2716963" y="540377"/>
                      <a:pt x="2745348" y="550666"/>
                    </a:cubicBezTo>
                    <a:cubicBezTo>
                      <a:pt x="2781163" y="563810"/>
                      <a:pt x="2809548" y="558858"/>
                      <a:pt x="2826694" y="527233"/>
                    </a:cubicBezTo>
                    <a:cubicBezTo>
                      <a:pt x="2831457" y="518278"/>
                      <a:pt x="2839839" y="507800"/>
                      <a:pt x="2848793" y="505134"/>
                    </a:cubicBezTo>
                    <a:cubicBezTo>
                      <a:pt x="2892037" y="491800"/>
                      <a:pt x="2935854" y="472367"/>
                      <a:pt x="2982148" y="484179"/>
                    </a:cubicBezTo>
                    <a:cubicBezTo>
                      <a:pt x="3046158" y="500372"/>
                      <a:pt x="3108644" y="499420"/>
                      <a:pt x="3172654" y="483417"/>
                    </a:cubicBezTo>
                    <a:cubicBezTo>
                      <a:pt x="3276480" y="457508"/>
                      <a:pt x="3380305" y="430076"/>
                      <a:pt x="3489467" y="435790"/>
                    </a:cubicBezTo>
                    <a:cubicBezTo>
                      <a:pt x="3507563" y="436742"/>
                      <a:pt x="3529090" y="425121"/>
                      <a:pt x="3544713" y="413691"/>
                    </a:cubicBezTo>
                    <a:cubicBezTo>
                      <a:pt x="3574622" y="391974"/>
                      <a:pt x="3573288" y="390258"/>
                      <a:pt x="3606817" y="408167"/>
                    </a:cubicBezTo>
                    <a:cubicBezTo>
                      <a:pt x="3614819" y="412549"/>
                      <a:pt x="3624725" y="415215"/>
                      <a:pt x="3630632" y="421693"/>
                    </a:cubicBezTo>
                    <a:cubicBezTo>
                      <a:pt x="3660731" y="454650"/>
                      <a:pt x="3697880" y="446648"/>
                      <a:pt x="3734837" y="441886"/>
                    </a:cubicBezTo>
                    <a:cubicBezTo>
                      <a:pt x="3741315" y="440934"/>
                      <a:pt x="3749125" y="439600"/>
                      <a:pt x="3754652" y="442268"/>
                    </a:cubicBezTo>
                    <a:cubicBezTo>
                      <a:pt x="3779607" y="454268"/>
                      <a:pt x="3800753" y="450078"/>
                      <a:pt x="3822472" y="433694"/>
                    </a:cubicBezTo>
                    <a:cubicBezTo>
                      <a:pt x="3841331" y="419597"/>
                      <a:pt x="3863049" y="411215"/>
                      <a:pt x="3885338" y="428742"/>
                    </a:cubicBezTo>
                    <a:cubicBezTo>
                      <a:pt x="3934870" y="467605"/>
                      <a:pt x="3987829" y="469509"/>
                      <a:pt x="4043839" y="444934"/>
                    </a:cubicBezTo>
                    <a:cubicBezTo>
                      <a:pt x="4083845" y="427407"/>
                      <a:pt x="4123280" y="423407"/>
                      <a:pt x="4165383" y="441124"/>
                    </a:cubicBezTo>
                    <a:cubicBezTo>
                      <a:pt x="4181576" y="447982"/>
                      <a:pt x="4202531" y="443410"/>
                      <a:pt x="4221391" y="444934"/>
                    </a:cubicBezTo>
                    <a:cubicBezTo>
                      <a:pt x="4232060" y="445696"/>
                      <a:pt x="4243872" y="445886"/>
                      <a:pt x="4253014" y="450650"/>
                    </a:cubicBezTo>
                    <a:cubicBezTo>
                      <a:pt x="4277401" y="462843"/>
                      <a:pt x="4300070" y="478463"/>
                      <a:pt x="4324645" y="490466"/>
                    </a:cubicBezTo>
                    <a:cubicBezTo>
                      <a:pt x="4336457" y="496180"/>
                      <a:pt x="4350554" y="499228"/>
                      <a:pt x="4363890" y="499420"/>
                    </a:cubicBezTo>
                    <a:cubicBezTo>
                      <a:pt x="4403325" y="500372"/>
                      <a:pt x="4442761" y="500372"/>
                      <a:pt x="4482004" y="498658"/>
                    </a:cubicBezTo>
                    <a:cubicBezTo>
                      <a:pt x="4546776" y="495990"/>
                      <a:pt x="4612500" y="495418"/>
                      <a:pt x="4659174" y="438648"/>
                    </a:cubicBezTo>
                    <a:cubicBezTo>
                      <a:pt x="4662986" y="434076"/>
                      <a:pt x="4671176" y="431408"/>
                      <a:pt x="4677655" y="430646"/>
                    </a:cubicBezTo>
                    <a:cubicBezTo>
                      <a:pt x="4707564" y="427027"/>
                      <a:pt x="4738235" y="426645"/>
                      <a:pt x="4767764" y="420739"/>
                    </a:cubicBezTo>
                    <a:cubicBezTo>
                      <a:pt x="4791386" y="415977"/>
                      <a:pt x="4811009" y="417501"/>
                      <a:pt x="4828916" y="434266"/>
                    </a:cubicBezTo>
                    <a:cubicBezTo>
                      <a:pt x="4852348" y="456364"/>
                      <a:pt x="4880925" y="469319"/>
                      <a:pt x="4912168" y="462271"/>
                    </a:cubicBezTo>
                    <a:cubicBezTo>
                      <a:pt x="4943409" y="455412"/>
                      <a:pt x="4963984" y="470271"/>
                      <a:pt x="4987037" y="485703"/>
                    </a:cubicBezTo>
                    <a:cubicBezTo>
                      <a:pt x="5003801" y="496942"/>
                      <a:pt x="5022852" y="511040"/>
                      <a:pt x="5041521" y="512182"/>
                    </a:cubicBezTo>
                    <a:cubicBezTo>
                      <a:pt x="5083814" y="514658"/>
                      <a:pt x="5120201" y="553904"/>
                      <a:pt x="5166113" y="531615"/>
                    </a:cubicBezTo>
                    <a:cubicBezTo>
                      <a:pt x="5169161" y="530091"/>
                      <a:pt x="5174685" y="533901"/>
                      <a:pt x="5179067" y="534853"/>
                    </a:cubicBezTo>
                    <a:cubicBezTo>
                      <a:pt x="5214121" y="542093"/>
                      <a:pt x="5247078" y="535043"/>
                      <a:pt x="5272796" y="511230"/>
                    </a:cubicBezTo>
                    <a:cubicBezTo>
                      <a:pt x="5306516" y="480177"/>
                      <a:pt x="5343855" y="477129"/>
                      <a:pt x="5385384" y="487227"/>
                    </a:cubicBezTo>
                    <a:cubicBezTo>
                      <a:pt x="5398721" y="490466"/>
                      <a:pt x="5412057" y="492752"/>
                      <a:pt x="5425582" y="495418"/>
                    </a:cubicBezTo>
                    <a:cubicBezTo>
                      <a:pt x="5443870" y="499228"/>
                      <a:pt x="5462351" y="503230"/>
                      <a:pt x="5480637" y="507040"/>
                    </a:cubicBezTo>
                    <a:cubicBezTo>
                      <a:pt x="5498356" y="510850"/>
                      <a:pt x="5517979" y="517326"/>
                      <a:pt x="5531693" y="500944"/>
                    </a:cubicBezTo>
                    <a:cubicBezTo>
                      <a:pt x="5543506" y="486845"/>
                      <a:pt x="5551888" y="488179"/>
                      <a:pt x="5562746" y="500372"/>
                    </a:cubicBezTo>
                    <a:cubicBezTo>
                      <a:pt x="5600467" y="543045"/>
                      <a:pt x="5646189" y="569716"/>
                      <a:pt x="5704483" y="571620"/>
                    </a:cubicBezTo>
                    <a:cubicBezTo>
                      <a:pt x="5716485" y="572002"/>
                      <a:pt x="5728678" y="574668"/>
                      <a:pt x="5740488" y="577526"/>
                    </a:cubicBezTo>
                    <a:cubicBezTo>
                      <a:pt x="5747728" y="579241"/>
                      <a:pt x="5756493" y="581147"/>
                      <a:pt x="5760873" y="586291"/>
                    </a:cubicBezTo>
                    <a:cubicBezTo>
                      <a:pt x="5794974" y="625534"/>
                      <a:pt x="5837457" y="652777"/>
                      <a:pt x="5883751" y="674686"/>
                    </a:cubicBezTo>
                    <a:cubicBezTo>
                      <a:pt x="5900323" y="682496"/>
                      <a:pt x="5918042" y="690306"/>
                      <a:pt x="5935949" y="692592"/>
                    </a:cubicBezTo>
                    <a:cubicBezTo>
                      <a:pt x="5954617" y="694878"/>
                      <a:pt x="5974240" y="691068"/>
                      <a:pt x="5993291" y="688972"/>
                    </a:cubicBezTo>
                    <a:cubicBezTo>
                      <a:pt x="6004531" y="687830"/>
                      <a:pt x="6017485" y="688020"/>
                      <a:pt x="6026440" y="682496"/>
                    </a:cubicBezTo>
                    <a:cubicBezTo>
                      <a:pt x="6054825" y="665159"/>
                      <a:pt x="6082258" y="646491"/>
                      <a:pt x="6108738" y="626296"/>
                    </a:cubicBezTo>
                    <a:cubicBezTo>
                      <a:pt x="6131409" y="608960"/>
                      <a:pt x="6135981" y="606483"/>
                      <a:pt x="6155602" y="628202"/>
                    </a:cubicBezTo>
                    <a:cubicBezTo>
                      <a:pt x="6175797" y="650491"/>
                      <a:pt x="6200944" y="662111"/>
                      <a:pt x="6228756" y="666873"/>
                    </a:cubicBezTo>
                    <a:cubicBezTo>
                      <a:pt x="6272764" y="674304"/>
                      <a:pt x="6317151" y="680590"/>
                      <a:pt x="6361539" y="684210"/>
                    </a:cubicBezTo>
                    <a:cubicBezTo>
                      <a:pt x="6401736" y="687448"/>
                      <a:pt x="6420977" y="669922"/>
                      <a:pt x="6428979" y="630106"/>
                    </a:cubicBezTo>
                    <a:cubicBezTo>
                      <a:pt x="6433551" y="608007"/>
                      <a:pt x="6439458" y="584003"/>
                      <a:pt x="6463840" y="578098"/>
                    </a:cubicBezTo>
                    <a:cubicBezTo>
                      <a:pt x="6503658" y="568572"/>
                      <a:pt x="6544997" y="564382"/>
                      <a:pt x="6564620" y="517708"/>
                    </a:cubicBezTo>
                    <a:cubicBezTo>
                      <a:pt x="6575478" y="527995"/>
                      <a:pt x="6582146" y="534091"/>
                      <a:pt x="6588625" y="540187"/>
                    </a:cubicBezTo>
                    <a:cubicBezTo>
                      <a:pt x="6606531" y="557142"/>
                      <a:pt x="6643678" y="564382"/>
                      <a:pt x="6662541" y="549714"/>
                    </a:cubicBezTo>
                    <a:cubicBezTo>
                      <a:pt x="6690354" y="528377"/>
                      <a:pt x="6715883" y="532377"/>
                      <a:pt x="6742552" y="548952"/>
                    </a:cubicBezTo>
                    <a:cubicBezTo>
                      <a:pt x="6764841" y="562668"/>
                      <a:pt x="6788417" y="567954"/>
                      <a:pt x="6812063" y="568430"/>
                    </a:cubicBezTo>
                    <a:lnTo>
                      <a:pt x="6858001" y="562267"/>
                    </a:lnTo>
                    <a:lnTo>
                      <a:pt x="6858001" y="734520"/>
                    </a:lnTo>
                    <a:lnTo>
                      <a:pt x="6815516" y="744220"/>
                    </a:lnTo>
                    <a:cubicBezTo>
                      <a:pt x="6793035" y="749744"/>
                      <a:pt x="6771319" y="759651"/>
                      <a:pt x="6748458" y="763271"/>
                    </a:cubicBezTo>
                    <a:cubicBezTo>
                      <a:pt x="6694164" y="771843"/>
                      <a:pt x="6639488" y="777939"/>
                      <a:pt x="6584812" y="784797"/>
                    </a:cubicBezTo>
                    <a:cubicBezTo>
                      <a:pt x="6528424" y="791846"/>
                      <a:pt x="6472225" y="799276"/>
                      <a:pt x="6415833" y="805562"/>
                    </a:cubicBezTo>
                    <a:cubicBezTo>
                      <a:pt x="6384972" y="808802"/>
                      <a:pt x="6353919" y="809372"/>
                      <a:pt x="6323058" y="812420"/>
                    </a:cubicBezTo>
                    <a:cubicBezTo>
                      <a:pt x="6296005" y="815088"/>
                      <a:pt x="6269144" y="820041"/>
                      <a:pt x="6242093" y="823281"/>
                    </a:cubicBezTo>
                    <a:cubicBezTo>
                      <a:pt x="6218660" y="825947"/>
                      <a:pt x="6195037" y="827471"/>
                      <a:pt x="6171605" y="830139"/>
                    </a:cubicBezTo>
                    <a:cubicBezTo>
                      <a:pt x="6134075" y="834519"/>
                      <a:pt x="6096736" y="839473"/>
                      <a:pt x="6059397" y="844045"/>
                    </a:cubicBezTo>
                    <a:cubicBezTo>
                      <a:pt x="6043776" y="845759"/>
                      <a:pt x="6027392" y="850522"/>
                      <a:pt x="6012723" y="847665"/>
                    </a:cubicBezTo>
                    <a:cubicBezTo>
                      <a:pt x="5975764" y="840425"/>
                      <a:pt x="5939377" y="842521"/>
                      <a:pt x="5902610" y="847473"/>
                    </a:cubicBezTo>
                    <a:cubicBezTo>
                      <a:pt x="5890037" y="849190"/>
                      <a:pt x="5876511" y="848808"/>
                      <a:pt x="5864318" y="845569"/>
                    </a:cubicBezTo>
                    <a:cubicBezTo>
                      <a:pt x="5839361" y="839091"/>
                      <a:pt x="5815169" y="829947"/>
                      <a:pt x="5790592" y="821947"/>
                    </a:cubicBezTo>
                    <a:cubicBezTo>
                      <a:pt x="5787924" y="820995"/>
                      <a:pt x="5784686" y="820803"/>
                      <a:pt x="5781830" y="820233"/>
                    </a:cubicBezTo>
                    <a:cubicBezTo>
                      <a:pt x="5765635" y="816992"/>
                      <a:pt x="5749634" y="813754"/>
                      <a:pt x="5733440" y="810896"/>
                    </a:cubicBezTo>
                    <a:cubicBezTo>
                      <a:pt x="5724678" y="809372"/>
                      <a:pt x="5715723" y="809182"/>
                      <a:pt x="5706959" y="807848"/>
                    </a:cubicBezTo>
                    <a:cubicBezTo>
                      <a:pt x="5673050" y="802514"/>
                      <a:pt x="5635711" y="811468"/>
                      <a:pt x="5606372" y="788417"/>
                    </a:cubicBezTo>
                    <a:cubicBezTo>
                      <a:pt x="5587321" y="773557"/>
                      <a:pt x="5568842" y="776987"/>
                      <a:pt x="5548460" y="779273"/>
                    </a:cubicBezTo>
                    <a:cubicBezTo>
                      <a:pt x="5533027" y="780987"/>
                      <a:pt x="5517215" y="780415"/>
                      <a:pt x="5501594" y="780607"/>
                    </a:cubicBezTo>
                    <a:cubicBezTo>
                      <a:pt x="5474161" y="781177"/>
                      <a:pt x="5446728" y="781369"/>
                      <a:pt x="5419295" y="782321"/>
                    </a:cubicBezTo>
                    <a:cubicBezTo>
                      <a:pt x="5410531" y="782701"/>
                      <a:pt x="5401579" y="787465"/>
                      <a:pt x="5393005" y="786703"/>
                    </a:cubicBezTo>
                    <a:cubicBezTo>
                      <a:pt x="5353379" y="783083"/>
                      <a:pt x="5313754" y="777367"/>
                      <a:pt x="5274129" y="774129"/>
                    </a:cubicBezTo>
                    <a:cubicBezTo>
                      <a:pt x="5251650" y="772225"/>
                      <a:pt x="5228597" y="775843"/>
                      <a:pt x="5206308" y="773177"/>
                    </a:cubicBezTo>
                    <a:cubicBezTo>
                      <a:pt x="5180591" y="770129"/>
                      <a:pt x="5155445" y="762319"/>
                      <a:pt x="5129916" y="757554"/>
                    </a:cubicBezTo>
                    <a:cubicBezTo>
                      <a:pt x="5122867" y="756222"/>
                      <a:pt x="5115057" y="757936"/>
                      <a:pt x="5107627" y="758316"/>
                    </a:cubicBezTo>
                    <a:cubicBezTo>
                      <a:pt x="5099245" y="758699"/>
                      <a:pt x="5091052" y="759461"/>
                      <a:pt x="5082670" y="759651"/>
                    </a:cubicBezTo>
                    <a:cubicBezTo>
                      <a:pt x="5057141" y="760033"/>
                      <a:pt x="5031614" y="759461"/>
                      <a:pt x="5006086" y="760795"/>
                    </a:cubicBezTo>
                    <a:cubicBezTo>
                      <a:pt x="4990465" y="761557"/>
                      <a:pt x="4974082" y="769367"/>
                      <a:pt x="4959602" y="766509"/>
                    </a:cubicBezTo>
                    <a:cubicBezTo>
                      <a:pt x="4930075" y="760985"/>
                      <a:pt x="4900546" y="773367"/>
                      <a:pt x="4871019" y="763081"/>
                    </a:cubicBezTo>
                    <a:cubicBezTo>
                      <a:pt x="4861873" y="760033"/>
                      <a:pt x="4849300" y="767653"/>
                      <a:pt x="4838250" y="768033"/>
                    </a:cubicBezTo>
                    <a:cubicBezTo>
                      <a:pt x="4810627" y="768985"/>
                      <a:pt x="4783004" y="768795"/>
                      <a:pt x="4755381" y="768605"/>
                    </a:cubicBezTo>
                    <a:cubicBezTo>
                      <a:pt x="4730614" y="768415"/>
                      <a:pt x="4704895" y="771081"/>
                      <a:pt x="4681083" y="765747"/>
                    </a:cubicBezTo>
                    <a:cubicBezTo>
                      <a:pt x="4656126" y="760033"/>
                      <a:pt x="4633647" y="760795"/>
                      <a:pt x="4609452" y="767271"/>
                    </a:cubicBezTo>
                    <a:cubicBezTo>
                      <a:pt x="4592878" y="771653"/>
                      <a:pt x="4575351" y="772225"/>
                      <a:pt x="4558207" y="773557"/>
                    </a:cubicBezTo>
                    <a:cubicBezTo>
                      <a:pt x="4539728" y="775081"/>
                      <a:pt x="4519343" y="771081"/>
                      <a:pt x="4502579" y="777367"/>
                    </a:cubicBezTo>
                    <a:cubicBezTo>
                      <a:pt x="4452665" y="796038"/>
                      <a:pt x="4401419" y="800038"/>
                      <a:pt x="4349222" y="800038"/>
                    </a:cubicBezTo>
                    <a:cubicBezTo>
                      <a:pt x="4339695" y="800038"/>
                      <a:pt x="4329979" y="797372"/>
                      <a:pt x="4320837" y="794514"/>
                    </a:cubicBezTo>
                    <a:cubicBezTo>
                      <a:pt x="4267493" y="777367"/>
                      <a:pt x="4213961" y="778891"/>
                      <a:pt x="4159667" y="789370"/>
                    </a:cubicBezTo>
                    <a:cubicBezTo>
                      <a:pt x="4148427" y="791656"/>
                      <a:pt x="4135854" y="792038"/>
                      <a:pt x="4124614" y="789752"/>
                    </a:cubicBezTo>
                    <a:cubicBezTo>
                      <a:pt x="4092989" y="783083"/>
                      <a:pt x="4062318" y="772033"/>
                      <a:pt x="4030503" y="767271"/>
                    </a:cubicBezTo>
                    <a:cubicBezTo>
                      <a:pt x="3977925" y="759461"/>
                      <a:pt x="3932394" y="785749"/>
                      <a:pt x="3885338" y="802896"/>
                    </a:cubicBezTo>
                    <a:cubicBezTo>
                      <a:pt x="3840569" y="819089"/>
                      <a:pt x="3802467" y="855666"/>
                      <a:pt x="3749506" y="847473"/>
                    </a:cubicBezTo>
                    <a:cubicBezTo>
                      <a:pt x="3744173" y="846711"/>
                      <a:pt x="3738267" y="851856"/>
                      <a:pt x="3732361" y="853190"/>
                    </a:cubicBezTo>
                    <a:cubicBezTo>
                      <a:pt x="3716168" y="856810"/>
                      <a:pt x="3699976" y="861190"/>
                      <a:pt x="3683591" y="862906"/>
                    </a:cubicBezTo>
                    <a:cubicBezTo>
                      <a:pt x="3663589" y="865192"/>
                      <a:pt x="3643204" y="864430"/>
                      <a:pt x="3623201" y="866334"/>
                    </a:cubicBezTo>
                    <a:cubicBezTo>
                      <a:pt x="3597482" y="868620"/>
                      <a:pt x="3572146" y="874716"/>
                      <a:pt x="3546617" y="874716"/>
                    </a:cubicBezTo>
                    <a:cubicBezTo>
                      <a:pt x="3526042" y="874716"/>
                      <a:pt x="3505657" y="867668"/>
                      <a:pt x="3485275" y="864238"/>
                    </a:cubicBezTo>
                    <a:cubicBezTo>
                      <a:pt x="3456508" y="859476"/>
                      <a:pt x="3424883" y="860810"/>
                      <a:pt x="3399546" y="848618"/>
                    </a:cubicBezTo>
                    <a:cubicBezTo>
                      <a:pt x="3372495" y="835663"/>
                      <a:pt x="3346776" y="829757"/>
                      <a:pt x="3318771" y="833757"/>
                    </a:cubicBezTo>
                    <a:cubicBezTo>
                      <a:pt x="3309437" y="835091"/>
                      <a:pt x="3297434" y="843093"/>
                      <a:pt x="3293244" y="851284"/>
                    </a:cubicBezTo>
                    <a:cubicBezTo>
                      <a:pt x="3283908" y="869572"/>
                      <a:pt x="3271145" y="872812"/>
                      <a:pt x="3253809" y="866524"/>
                    </a:cubicBezTo>
                    <a:cubicBezTo>
                      <a:pt x="3238758" y="861190"/>
                      <a:pt x="3220280" y="858524"/>
                      <a:pt x="3209993" y="848235"/>
                    </a:cubicBezTo>
                    <a:cubicBezTo>
                      <a:pt x="3180844" y="819089"/>
                      <a:pt x="3143695" y="818136"/>
                      <a:pt x="3107500" y="810326"/>
                    </a:cubicBezTo>
                    <a:cubicBezTo>
                      <a:pt x="3085403" y="805562"/>
                      <a:pt x="3064827" y="805372"/>
                      <a:pt x="3042728" y="808610"/>
                    </a:cubicBezTo>
                    <a:cubicBezTo>
                      <a:pt x="2994722" y="815850"/>
                      <a:pt x="2948047" y="805562"/>
                      <a:pt x="2901943" y="792418"/>
                    </a:cubicBezTo>
                    <a:cubicBezTo>
                      <a:pt x="2871462" y="783655"/>
                      <a:pt x="2840219" y="778321"/>
                      <a:pt x="2809930" y="769367"/>
                    </a:cubicBezTo>
                    <a:cubicBezTo>
                      <a:pt x="2787259" y="762509"/>
                      <a:pt x="2764590" y="754316"/>
                      <a:pt x="2743826" y="743268"/>
                    </a:cubicBezTo>
                    <a:cubicBezTo>
                      <a:pt x="2713723" y="727073"/>
                      <a:pt x="2687436" y="702689"/>
                      <a:pt x="2649143" y="709167"/>
                    </a:cubicBezTo>
                    <a:cubicBezTo>
                      <a:pt x="2615421" y="714881"/>
                      <a:pt x="2584942" y="702881"/>
                      <a:pt x="2554079" y="691450"/>
                    </a:cubicBezTo>
                    <a:cubicBezTo>
                      <a:pt x="2531409" y="683068"/>
                      <a:pt x="2508742" y="674494"/>
                      <a:pt x="2485307" y="669160"/>
                    </a:cubicBezTo>
                    <a:cubicBezTo>
                      <a:pt x="2457492" y="662873"/>
                      <a:pt x="2426059" y="665541"/>
                      <a:pt x="2401292" y="653919"/>
                    </a:cubicBezTo>
                    <a:cubicBezTo>
                      <a:pt x="2375383" y="641727"/>
                      <a:pt x="2353859" y="649919"/>
                      <a:pt x="2330806" y="653349"/>
                    </a:cubicBezTo>
                    <a:cubicBezTo>
                      <a:pt x="2294039" y="658683"/>
                      <a:pt x="2257459" y="668590"/>
                      <a:pt x="2220312" y="656015"/>
                    </a:cubicBezTo>
                    <a:cubicBezTo>
                      <a:pt x="2175163" y="640775"/>
                      <a:pt x="2130393" y="624392"/>
                      <a:pt x="2085054" y="609914"/>
                    </a:cubicBezTo>
                    <a:cubicBezTo>
                      <a:pt x="2067525" y="604387"/>
                      <a:pt x="2048668" y="602101"/>
                      <a:pt x="2030378" y="599625"/>
                    </a:cubicBezTo>
                    <a:cubicBezTo>
                      <a:pt x="2013043" y="597529"/>
                      <a:pt x="1992279" y="602863"/>
                      <a:pt x="1978940" y="594863"/>
                    </a:cubicBezTo>
                    <a:cubicBezTo>
                      <a:pt x="1944649" y="574288"/>
                      <a:pt x="1909408" y="564192"/>
                      <a:pt x="1869780" y="564192"/>
                    </a:cubicBezTo>
                    <a:cubicBezTo>
                      <a:pt x="1854920" y="564192"/>
                      <a:pt x="1840441" y="555618"/>
                      <a:pt x="1825393" y="554094"/>
                    </a:cubicBezTo>
                    <a:cubicBezTo>
                      <a:pt x="1804816" y="552190"/>
                      <a:pt x="1781194" y="547045"/>
                      <a:pt x="1763287" y="554286"/>
                    </a:cubicBezTo>
                    <a:cubicBezTo>
                      <a:pt x="1721185" y="571430"/>
                      <a:pt x="1687086" y="557142"/>
                      <a:pt x="1650317" y="540187"/>
                    </a:cubicBezTo>
                    <a:cubicBezTo>
                      <a:pt x="1614120" y="523423"/>
                      <a:pt x="1576019" y="510088"/>
                      <a:pt x="1537537" y="499038"/>
                    </a:cubicBezTo>
                    <a:cubicBezTo>
                      <a:pt x="1523059" y="495038"/>
                      <a:pt x="1505724" y="501706"/>
                      <a:pt x="1489720" y="503038"/>
                    </a:cubicBezTo>
                    <a:cubicBezTo>
                      <a:pt x="1484004" y="503420"/>
                      <a:pt x="1477717" y="503992"/>
                      <a:pt x="1472575" y="502086"/>
                    </a:cubicBezTo>
                    <a:cubicBezTo>
                      <a:pt x="1422854" y="483797"/>
                      <a:pt x="1372368" y="469891"/>
                      <a:pt x="1318456" y="479415"/>
                    </a:cubicBezTo>
                    <a:cubicBezTo>
                      <a:pt x="1313504" y="480369"/>
                      <a:pt x="1307978" y="478273"/>
                      <a:pt x="1303024" y="476939"/>
                    </a:cubicBezTo>
                    <a:cubicBezTo>
                      <a:pt x="1278829" y="470081"/>
                      <a:pt x="1255206" y="459223"/>
                      <a:pt x="1230633" y="456746"/>
                    </a:cubicBezTo>
                    <a:cubicBezTo>
                      <a:pt x="1170051" y="450650"/>
                      <a:pt x="1109091" y="448172"/>
                      <a:pt x="1048125" y="444172"/>
                    </a:cubicBezTo>
                    <a:cubicBezTo>
                      <a:pt x="1044315" y="443982"/>
                      <a:pt x="1040315" y="443982"/>
                      <a:pt x="1036887" y="442648"/>
                    </a:cubicBezTo>
                    <a:cubicBezTo>
                      <a:pt x="1014406" y="434456"/>
                      <a:pt x="994785" y="437124"/>
                      <a:pt x="975733" y="452744"/>
                    </a:cubicBezTo>
                    <a:cubicBezTo>
                      <a:pt x="967350" y="459603"/>
                      <a:pt x="955920" y="463223"/>
                      <a:pt x="945444" y="467033"/>
                    </a:cubicBezTo>
                    <a:cubicBezTo>
                      <a:pt x="930011" y="472749"/>
                      <a:pt x="914200" y="478273"/>
                      <a:pt x="898198" y="481893"/>
                    </a:cubicBezTo>
                    <a:cubicBezTo>
                      <a:pt x="882384" y="485321"/>
                      <a:pt x="865430" y="490084"/>
                      <a:pt x="850189" y="487417"/>
                    </a:cubicBezTo>
                    <a:cubicBezTo>
                      <a:pt x="822756" y="482655"/>
                      <a:pt x="796655" y="471987"/>
                      <a:pt x="769605" y="464937"/>
                    </a:cubicBezTo>
                    <a:cubicBezTo>
                      <a:pt x="760270" y="462461"/>
                      <a:pt x="749982" y="462843"/>
                      <a:pt x="740268" y="462651"/>
                    </a:cubicBezTo>
                    <a:cubicBezTo>
                      <a:pt x="717977" y="462081"/>
                      <a:pt x="695116" y="467605"/>
                      <a:pt x="674923" y="451792"/>
                    </a:cubicBezTo>
                    <a:cubicBezTo>
                      <a:pt x="656255" y="436934"/>
                      <a:pt x="637392" y="441314"/>
                      <a:pt x="617772" y="452554"/>
                    </a:cubicBezTo>
                    <a:cubicBezTo>
                      <a:pt x="603673" y="460557"/>
                      <a:pt x="587672" y="466843"/>
                      <a:pt x="571860" y="469891"/>
                    </a:cubicBezTo>
                    <a:cubicBezTo>
                      <a:pt x="550141" y="474081"/>
                      <a:pt x="528615" y="475797"/>
                      <a:pt x="505182" y="473319"/>
                    </a:cubicBezTo>
                    <a:cubicBezTo>
                      <a:pt x="488607" y="471605"/>
                      <a:pt x="475081" y="470843"/>
                      <a:pt x="462126" y="460747"/>
                    </a:cubicBezTo>
                    <a:cubicBezTo>
                      <a:pt x="460032" y="459223"/>
                      <a:pt x="456222" y="458841"/>
                      <a:pt x="453364" y="459033"/>
                    </a:cubicBezTo>
                    <a:cubicBezTo>
                      <a:pt x="415835" y="462271"/>
                      <a:pt x="378686" y="460557"/>
                      <a:pt x="340774" y="458268"/>
                    </a:cubicBezTo>
                    <a:cubicBezTo>
                      <a:pt x="292579" y="455222"/>
                      <a:pt x="241901" y="464175"/>
                      <a:pt x="200182" y="496180"/>
                    </a:cubicBezTo>
                    <a:cubicBezTo>
                      <a:pt x="194085" y="500944"/>
                      <a:pt x="184941" y="503038"/>
                      <a:pt x="176939" y="504182"/>
                    </a:cubicBezTo>
                    <a:cubicBezTo>
                      <a:pt x="139219" y="509134"/>
                      <a:pt x="101308" y="512564"/>
                      <a:pt x="63587" y="518088"/>
                    </a:cubicBezTo>
                    <a:cubicBezTo>
                      <a:pt x="43012" y="521137"/>
                      <a:pt x="21486" y="523805"/>
                      <a:pt x="2817" y="532187"/>
                    </a:cubicBezTo>
                    <a:lnTo>
                      <a:pt x="0" y="53331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281A41DC-38A5-4D78-915B-B7DB869D291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rot="5400000">
                <a:off x="4628357" y="2991642"/>
                <a:ext cx="6858001" cy="874716"/>
              </a:xfrm>
              <a:custGeom>
                <a:avLst/>
                <a:gdLst>
                  <a:gd name="connsiteX0" fmla="*/ 0 w 6858001"/>
                  <a:gd name="connsiteY0" fmla="*/ 533314 h 874716"/>
                  <a:gd name="connsiteX1" fmla="*/ 0 w 6858001"/>
                  <a:gd name="connsiteY1" fmla="*/ 69206 h 874716"/>
                  <a:gd name="connsiteX2" fmla="*/ 21486 w 6858001"/>
                  <a:gd name="connsiteY2" fmla="*/ 71924 h 874716"/>
                  <a:gd name="connsiteX3" fmla="*/ 228948 w 6858001"/>
                  <a:gd name="connsiteY3" fmla="*/ 88116 h 874716"/>
                  <a:gd name="connsiteX4" fmla="*/ 313533 w 6858001"/>
                  <a:gd name="connsiteY4" fmla="*/ 62779 h 874716"/>
                  <a:gd name="connsiteX5" fmla="*/ 338870 w 6858001"/>
                  <a:gd name="connsiteY5" fmla="*/ 62207 h 874716"/>
                  <a:gd name="connsiteX6" fmla="*/ 395640 w 6858001"/>
                  <a:gd name="connsiteY6" fmla="*/ 72114 h 874716"/>
                  <a:gd name="connsiteX7" fmla="*/ 512802 w 6858001"/>
                  <a:gd name="connsiteY7" fmla="*/ 65446 h 874716"/>
                  <a:gd name="connsiteX8" fmla="*/ 556047 w 6858001"/>
                  <a:gd name="connsiteY8" fmla="*/ 55349 h 874716"/>
                  <a:gd name="connsiteX9" fmla="*/ 580050 w 6858001"/>
                  <a:gd name="connsiteY9" fmla="*/ 48871 h 874716"/>
                  <a:gd name="connsiteX10" fmla="*/ 703308 w 6858001"/>
                  <a:gd name="connsiteY10" fmla="*/ 30964 h 874716"/>
                  <a:gd name="connsiteX11" fmla="*/ 758174 w 6858001"/>
                  <a:gd name="connsiteY11" fmla="*/ 11724 h 874716"/>
                  <a:gd name="connsiteX12" fmla="*/ 773035 w 6858001"/>
                  <a:gd name="connsiteY12" fmla="*/ 8866 h 874716"/>
                  <a:gd name="connsiteX13" fmla="*/ 854379 w 6858001"/>
                  <a:gd name="connsiteY13" fmla="*/ 16866 h 874716"/>
                  <a:gd name="connsiteX14" fmla="*/ 915343 w 6858001"/>
                  <a:gd name="connsiteY14" fmla="*/ 47919 h 874716"/>
                  <a:gd name="connsiteX15" fmla="*/ 927155 w 6858001"/>
                  <a:gd name="connsiteY15" fmla="*/ 58397 h 874716"/>
                  <a:gd name="connsiteX16" fmla="*/ 1097087 w 6858001"/>
                  <a:gd name="connsiteY16" fmla="*/ 54777 h 874716"/>
                  <a:gd name="connsiteX17" fmla="*/ 1123185 w 6858001"/>
                  <a:gd name="connsiteY17" fmla="*/ 50395 h 874716"/>
                  <a:gd name="connsiteX18" fmla="*/ 1249302 w 6858001"/>
                  <a:gd name="connsiteY18" fmla="*/ 68684 h 874716"/>
                  <a:gd name="connsiteX19" fmla="*/ 1286069 w 6858001"/>
                  <a:gd name="connsiteY19" fmla="*/ 72304 h 874716"/>
                  <a:gd name="connsiteX20" fmla="*/ 1417899 w 6858001"/>
                  <a:gd name="connsiteY20" fmla="*/ 88688 h 874716"/>
                  <a:gd name="connsiteX21" fmla="*/ 1436568 w 6858001"/>
                  <a:gd name="connsiteY21" fmla="*/ 73448 h 874716"/>
                  <a:gd name="connsiteX22" fmla="*/ 1490292 w 6858001"/>
                  <a:gd name="connsiteY22" fmla="*/ 35154 h 874716"/>
                  <a:gd name="connsiteX23" fmla="*/ 1596213 w 6858001"/>
                  <a:gd name="connsiteY23" fmla="*/ 1245 h 874716"/>
                  <a:gd name="connsiteX24" fmla="*/ 1624980 w 6858001"/>
                  <a:gd name="connsiteY24" fmla="*/ 3150 h 874716"/>
                  <a:gd name="connsiteX25" fmla="*/ 1697753 w 6858001"/>
                  <a:gd name="connsiteY25" fmla="*/ 59731 h 874716"/>
                  <a:gd name="connsiteX26" fmla="*/ 1733188 w 6858001"/>
                  <a:gd name="connsiteY26" fmla="*/ 82400 h 874716"/>
                  <a:gd name="connsiteX27" fmla="*/ 1833775 w 6858001"/>
                  <a:gd name="connsiteY27" fmla="*/ 124121 h 874716"/>
                  <a:gd name="connsiteX28" fmla="*/ 1842158 w 6858001"/>
                  <a:gd name="connsiteY28" fmla="*/ 131742 h 874716"/>
                  <a:gd name="connsiteX29" fmla="*/ 1916454 w 6858001"/>
                  <a:gd name="connsiteY29" fmla="*/ 222233 h 874716"/>
                  <a:gd name="connsiteX30" fmla="*/ 1933219 w 6858001"/>
                  <a:gd name="connsiteY30" fmla="*/ 237663 h 874716"/>
                  <a:gd name="connsiteX31" fmla="*/ 1953413 w 6858001"/>
                  <a:gd name="connsiteY31" fmla="*/ 261668 h 874716"/>
                  <a:gd name="connsiteX32" fmla="*/ 2016469 w 6858001"/>
                  <a:gd name="connsiteY32" fmla="*/ 308151 h 874716"/>
                  <a:gd name="connsiteX33" fmla="*/ 2094578 w 6858001"/>
                  <a:gd name="connsiteY33" fmla="*/ 323010 h 874716"/>
                  <a:gd name="connsiteX34" fmla="*/ 2188879 w 6858001"/>
                  <a:gd name="connsiteY34" fmla="*/ 345681 h 874716"/>
                  <a:gd name="connsiteX35" fmla="*/ 2228314 w 6858001"/>
                  <a:gd name="connsiteY35" fmla="*/ 360921 h 874716"/>
                  <a:gd name="connsiteX36" fmla="*/ 2334044 w 6858001"/>
                  <a:gd name="connsiteY36" fmla="*/ 389878 h 874716"/>
                  <a:gd name="connsiteX37" fmla="*/ 2409485 w 6858001"/>
                  <a:gd name="connsiteY37" fmla="*/ 414263 h 874716"/>
                  <a:gd name="connsiteX38" fmla="*/ 2518264 w 6858001"/>
                  <a:gd name="connsiteY38" fmla="*/ 428552 h 874716"/>
                  <a:gd name="connsiteX39" fmla="*/ 2571034 w 6858001"/>
                  <a:gd name="connsiteY39" fmla="*/ 429122 h 874716"/>
                  <a:gd name="connsiteX40" fmla="*/ 2668001 w 6858001"/>
                  <a:gd name="connsiteY40" fmla="*/ 502276 h 874716"/>
                  <a:gd name="connsiteX41" fmla="*/ 2745348 w 6858001"/>
                  <a:gd name="connsiteY41" fmla="*/ 550666 h 874716"/>
                  <a:gd name="connsiteX42" fmla="*/ 2826694 w 6858001"/>
                  <a:gd name="connsiteY42" fmla="*/ 527233 h 874716"/>
                  <a:gd name="connsiteX43" fmla="*/ 2848793 w 6858001"/>
                  <a:gd name="connsiteY43" fmla="*/ 505134 h 874716"/>
                  <a:gd name="connsiteX44" fmla="*/ 2982148 w 6858001"/>
                  <a:gd name="connsiteY44" fmla="*/ 484179 h 874716"/>
                  <a:gd name="connsiteX45" fmla="*/ 3172654 w 6858001"/>
                  <a:gd name="connsiteY45" fmla="*/ 483417 h 874716"/>
                  <a:gd name="connsiteX46" fmla="*/ 3489467 w 6858001"/>
                  <a:gd name="connsiteY46" fmla="*/ 435790 h 874716"/>
                  <a:gd name="connsiteX47" fmla="*/ 3544713 w 6858001"/>
                  <a:gd name="connsiteY47" fmla="*/ 413691 h 874716"/>
                  <a:gd name="connsiteX48" fmla="*/ 3606817 w 6858001"/>
                  <a:gd name="connsiteY48" fmla="*/ 408167 h 874716"/>
                  <a:gd name="connsiteX49" fmla="*/ 3630632 w 6858001"/>
                  <a:gd name="connsiteY49" fmla="*/ 421693 h 874716"/>
                  <a:gd name="connsiteX50" fmla="*/ 3734837 w 6858001"/>
                  <a:gd name="connsiteY50" fmla="*/ 441886 h 874716"/>
                  <a:gd name="connsiteX51" fmla="*/ 3754652 w 6858001"/>
                  <a:gd name="connsiteY51" fmla="*/ 442268 h 874716"/>
                  <a:gd name="connsiteX52" fmla="*/ 3822472 w 6858001"/>
                  <a:gd name="connsiteY52" fmla="*/ 433694 h 874716"/>
                  <a:gd name="connsiteX53" fmla="*/ 3885338 w 6858001"/>
                  <a:gd name="connsiteY53" fmla="*/ 428742 h 874716"/>
                  <a:gd name="connsiteX54" fmla="*/ 4043839 w 6858001"/>
                  <a:gd name="connsiteY54" fmla="*/ 444934 h 874716"/>
                  <a:gd name="connsiteX55" fmla="*/ 4165383 w 6858001"/>
                  <a:gd name="connsiteY55" fmla="*/ 441124 h 874716"/>
                  <a:gd name="connsiteX56" fmla="*/ 4221391 w 6858001"/>
                  <a:gd name="connsiteY56" fmla="*/ 444934 h 874716"/>
                  <a:gd name="connsiteX57" fmla="*/ 4253014 w 6858001"/>
                  <a:gd name="connsiteY57" fmla="*/ 450650 h 874716"/>
                  <a:gd name="connsiteX58" fmla="*/ 4324645 w 6858001"/>
                  <a:gd name="connsiteY58" fmla="*/ 490466 h 874716"/>
                  <a:gd name="connsiteX59" fmla="*/ 4363890 w 6858001"/>
                  <a:gd name="connsiteY59" fmla="*/ 499420 h 874716"/>
                  <a:gd name="connsiteX60" fmla="*/ 4482004 w 6858001"/>
                  <a:gd name="connsiteY60" fmla="*/ 498658 h 874716"/>
                  <a:gd name="connsiteX61" fmla="*/ 4659174 w 6858001"/>
                  <a:gd name="connsiteY61" fmla="*/ 438648 h 874716"/>
                  <a:gd name="connsiteX62" fmla="*/ 4677655 w 6858001"/>
                  <a:gd name="connsiteY62" fmla="*/ 430646 h 874716"/>
                  <a:gd name="connsiteX63" fmla="*/ 4767764 w 6858001"/>
                  <a:gd name="connsiteY63" fmla="*/ 420739 h 874716"/>
                  <a:gd name="connsiteX64" fmla="*/ 4828916 w 6858001"/>
                  <a:gd name="connsiteY64" fmla="*/ 434266 h 874716"/>
                  <a:gd name="connsiteX65" fmla="*/ 4912168 w 6858001"/>
                  <a:gd name="connsiteY65" fmla="*/ 462271 h 874716"/>
                  <a:gd name="connsiteX66" fmla="*/ 4987037 w 6858001"/>
                  <a:gd name="connsiteY66" fmla="*/ 485703 h 874716"/>
                  <a:gd name="connsiteX67" fmla="*/ 5041521 w 6858001"/>
                  <a:gd name="connsiteY67" fmla="*/ 512182 h 874716"/>
                  <a:gd name="connsiteX68" fmla="*/ 5166113 w 6858001"/>
                  <a:gd name="connsiteY68" fmla="*/ 531615 h 874716"/>
                  <a:gd name="connsiteX69" fmla="*/ 5179067 w 6858001"/>
                  <a:gd name="connsiteY69" fmla="*/ 534853 h 874716"/>
                  <a:gd name="connsiteX70" fmla="*/ 5272796 w 6858001"/>
                  <a:gd name="connsiteY70" fmla="*/ 511230 h 874716"/>
                  <a:gd name="connsiteX71" fmla="*/ 5385384 w 6858001"/>
                  <a:gd name="connsiteY71" fmla="*/ 487227 h 874716"/>
                  <a:gd name="connsiteX72" fmla="*/ 5425582 w 6858001"/>
                  <a:gd name="connsiteY72" fmla="*/ 495418 h 874716"/>
                  <a:gd name="connsiteX73" fmla="*/ 5480637 w 6858001"/>
                  <a:gd name="connsiteY73" fmla="*/ 507040 h 874716"/>
                  <a:gd name="connsiteX74" fmla="*/ 5531693 w 6858001"/>
                  <a:gd name="connsiteY74" fmla="*/ 500944 h 874716"/>
                  <a:gd name="connsiteX75" fmla="*/ 5562746 w 6858001"/>
                  <a:gd name="connsiteY75" fmla="*/ 500372 h 874716"/>
                  <a:gd name="connsiteX76" fmla="*/ 5704483 w 6858001"/>
                  <a:gd name="connsiteY76" fmla="*/ 571620 h 874716"/>
                  <a:gd name="connsiteX77" fmla="*/ 5740488 w 6858001"/>
                  <a:gd name="connsiteY77" fmla="*/ 577526 h 874716"/>
                  <a:gd name="connsiteX78" fmla="*/ 5760873 w 6858001"/>
                  <a:gd name="connsiteY78" fmla="*/ 586291 h 874716"/>
                  <a:gd name="connsiteX79" fmla="*/ 5883751 w 6858001"/>
                  <a:gd name="connsiteY79" fmla="*/ 674686 h 874716"/>
                  <a:gd name="connsiteX80" fmla="*/ 5935949 w 6858001"/>
                  <a:gd name="connsiteY80" fmla="*/ 692592 h 874716"/>
                  <a:gd name="connsiteX81" fmla="*/ 5993291 w 6858001"/>
                  <a:gd name="connsiteY81" fmla="*/ 688972 h 874716"/>
                  <a:gd name="connsiteX82" fmla="*/ 6026440 w 6858001"/>
                  <a:gd name="connsiteY82" fmla="*/ 682496 h 874716"/>
                  <a:gd name="connsiteX83" fmla="*/ 6108738 w 6858001"/>
                  <a:gd name="connsiteY83" fmla="*/ 626296 h 874716"/>
                  <a:gd name="connsiteX84" fmla="*/ 6155602 w 6858001"/>
                  <a:gd name="connsiteY84" fmla="*/ 628202 h 874716"/>
                  <a:gd name="connsiteX85" fmla="*/ 6228756 w 6858001"/>
                  <a:gd name="connsiteY85" fmla="*/ 666873 h 874716"/>
                  <a:gd name="connsiteX86" fmla="*/ 6361539 w 6858001"/>
                  <a:gd name="connsiteY86" fmla="*/ 684210 h 874716"/>
                  <a:gd name="connsiteX87" fmla="*/ 6428979 w 6858001"/>
                  <a:gd name="connsiteY87" fmla="*/ 630106 h 874716"/>
                  <a:gd name="connsiteX88" fmla="*/ 6463840 w 6858001"/>
                  <a:gd name="connsiteY88" fmla="*/ 578098 h 874716"/>
                  <a:gd name="connsiteX89" fmla="*/ 6564620 w 6858001"/>
                  <a:gd name="connsiteY89" fmla="*/ 517708 h 874716"/>
                  <a:gd name="connsiteX90" fmla="*/ 6588625 w 6858001"/>
                  <a:gd name="connsiteY90" fmla="*/ 540187 h 874716"/>
                  <a:gd name="connsiteX91" fmla="*/ 6662541 w 6858001"/>
                  <a:gd name="connsiteY91" fmla="*/ 549714 h 874716"/>
                  <a:gd name="connsiteX92" fmla="*/ 6742552 w 6858001"/>
                  <a:gd name="connsiteY92" fmla="*/ 548952 h 874716"/>
                  <a:gd name="connsiteX93" fmla="*/ 6812063 w 6858001"/>
                  <a:gd name="connsiteY93" fmla="*/ 568430 h 874716"/>
                  <a:gd name="connsiteX94" fmla="*/ 6858001 w 6858001"/>
                  <a:gd name="connsiteY94" fmla="*/ 562267 h 874716"/>
                  <a:gd name="connsiteX95" fmla="*/ 6858001 w 6858001"/>
                  <a:gd name="connsiteY95" fmla="*/ 734520 h 874716"/>
                  <a:gd name="connsiteX96" fmla="*/ 6815516 w 6858001"/>
                  <a:gd name="connsiteY96" fmla="*/ 744220 h 874716"/>
                  <a:gd name="connsiteX97" fmla="*/ 6748458 w 6858001"/>
                  <a:gd name="connsiteY97" fmla="*/ 763271 h 874716"/>
                  <a:gd name="connsiteX98" fmla="*/ 6584812 w 6858001"/>
                  <a:gd name="connsiteY98" fmla="*/ 784797 h 874716"/>
                  <a:gd name="connsiteX99" fmla="*/ 6415833 w 6858001"/>
                  <a:gd name="connsiteY99" fmla="*/ 805562 h 874716"/>
                  <a:gd name="connsiteX100" fmla="*/ 6323058 w 6858001"/>
                  <a:gd name="connsiteY100" fmla="*/ 812420 h 874716"/>
                  <a:gd name="connsiteX101" fmla="*/ 6242093 w 6858001"/>
                  <a:gd name="connsiteY101" fmla="*/ 823281 h 874716"/>
                  <a:gd name="connsiteX102" fmla="*/ 6171605 w 6858001"/>
                  <a:gd name="connsiteY102" fmla="*/ 830139 h 874716"/>
                  <a:gd name="connsiteX103" fmla="*/ 6059397 w 6858001"/>
                  <a:gd name="connsiteY103" fmla="*/ 844045 h 874716"/>
                  <a:gd name="connsiteX104" fmla="*/ 6012723 w 6858001"/>
                  <a:gd name="connsiteY104" fmla="*/ 847665 h 874716"/>
                  <a:gd name="connsiteX105" fmla="*/ 5902610 w 6858001"/>
                  <a:gd name="connsiteY105" fmla="*/ 847473 h 874716"/>
                  <a:gd name="connsiteX106" fmla="*/ 5864318 w 6858001"/>
                  <a:gd name="connsiteY106" fmla="*/ 845569 h 874716"/>
                  <a:gd name="connsiteX107" fmla="*/ 5790592 w 6858001"/>
                  <a:gd name="connsiteY107" fmla="*/ 821947 h 874716"/>
                  <a:gd name="connsiteX108" fmla="*/ 5781830 w 6858001"/>
                  <a:gd name="connsiteY108" fmla="*/ 820233 h 874716"/>
                  <a:gd name="connsiteX109" fmla="*/ 5733440 w 6858001"/>
                  <a:gd name="connsiteY109" fmla="*/ 810896 h 874716"/>
                  <a:gd name="connsiteX110" fmla="*/ 5706959 w 6858001"/>
                  <a:gd name="connsiteY110" fmla="*/ 807848 h 874716"/>
                  <a:gd name="connsiteX111" fmla="*/ 5606372 w 6858001"/>
                  <a:gd name="connsiteY111" fmla="*/ 788417 h 874716"/>
                  <a:gd name="connsiteX112" fmla="*/ 5548460 w 6858001"/>
                  <a:gd name="connsiteY112" fmla="*/ 779273 h 874716"/>
                  <a:gd name="connsiteX113" fmla="*/ 5501594 w 6858001"/>
                  <a:gd name="connsiteY113" fmla="*/ 780607 h 874716"/>
                  <a:gd name="connsiteX114" fmla="*/ 5419295 w 6858001"/>
                  <a:gd name="connsiteY114" fmla="*/ 782321 h 874716"/>
                  <a:gd name="connsiteX115" fmla="*/ 5393005 w 6858001"/>
                  <a:gd name="connsiteY115" fmla="*/ 786703 h 874716"/>
                  <a:gd name="connsiteX116" fmla="*/ 5274129 w 6858001"/>
                  <a:gd name="connsiteY116" fmla="*/ 774129 h 874716"/>
                  <a:gd name="connsiteX117" fmla="*/ 5206308 w 6858001"/>
                  <a:gd name="connsiteY117" fmla="*/ 773177 h 874716"/>
                  <a:gd name="connsiteX118" fmla="*/ 5129916 w 6858001"/>
                  <a:gd name="connsiteY118" fmla="*/ 757554 h 874716"/>
                  <a:gd name="connsiteX119" fmla="*/ 5107627 w 6858001"/>
                  <a:gd name="connsiteY119" fmla="*/ 758316 h 874716"/>
                  <a:gd name="connsiteX120" fmla="*/ 5082670 w 6858001"/>
                  <a:gd name="connsiteY120" fmla="*/ 759651 h 874716"/>
                  <a:gd name="connsiteX121" fmla="*/ 5006086 w 6858001"/>
                  <a:gd name="connsiteY121" fmla="*/ 760795 h 874716"/>
                  <a:gd name="connsiteX122" fmla="*/ 4959602 w 6858001"/>
                  <a:gd name="connsiteY122" fmla="*/ 766509 h 874716"/>
                  <a:gd name="connsiteX123" fmla="*/ 4871019 w 6858001"/>
                  <a:gd name="connsiteY123" fmla="*/ 763081 h 874716"/>
                  <a:gd name="connsiteX124" fmla="*/ 4838250 w 6858001"/>
                  <a:gd name="connsiteY124" fmla="*/ 768033 h 874716"/>
                  <a:gd name="connsiteX125" fmla="*/ 4755381 w 6858001"/>
                  <a:gd name="connsiteY125" fmla="*/ 768605 h 874716"/>
                  <a:gd name="connsiteX126" fmla="*/ 4681083 w 6858001"/>
                  <a:gd name="connsiteY126" fmla="*/ 765747 h 874716"/>
                  <a:gd name="connsiteX127" fmla="*/ 4609452 w 6858001"/>
                  <a:gd name="connsiteY127" fmla="*/ 767271 h 874716"/>
                  <a:gd name="connsiteX128" fmla="*/ 4558207 w 6858001"/>
                  <a:gd name="connsiteY128" fmla="*/ 773557 h 874716"/>
                  <a:gd name="connsiteX129" fmla="*/ 4502579 w 6858001"/>
                  <a:gd name="connsiteY129" fmla="*/ 777367 h 874716"/>
                  <a:gd name="connsiteX130" fmla="*/ 4349222 w 6858001"/>
                  <a:gd name="connsiteY130" fmla="*/ 800038 h 874716"/>
                  <a:gd name="connsiteX131" fmla="*/ 4320837 w 6858001"/>
                  <a:gd name="connsiteY131" fmla="*/ 794514 h 874716"/>
                  <a:gd name="connsiteX132" fmla="*/ 4159667 w 6858001"/>
                  <a:gd name="connsiteY132" fmla="*/ 789370 h 874716"/>
                  <a:gd name="connsiteX133" fmla="*/ 4124614 w 6858001"/>
                  <a:gd name="connsiteY133" fmla="*/ 789752 h 874716"/>
                  <a:gd name="connsiteX134" fmla="*/ 4030503 w 6858001"/>
                  <a:gd name="connsiteY134" fmla="*/ 767271 h 874716"/>
                  <a:gd name="connsiteX135" fmla="*/ 3885338 w 6858001"/>
                  <a:gd name="connsiteY135" fmla="*/ 802896 h 874716"/>
                  <a:gd name="connsiteX136" fmla="*/ 3749506 w 6858001"/>
                  <a:gd name="connsiteY136" fmla="*/ 847473 h 874716"/>
                  <a:gd name="connsiteX137" fmla="*/ 3732361 w 6858001"/>
                  <a:gd name="connsiteY137" fmla="*/ 853190 h 874716"/>
                  <a:gd name="connsiteX138" fmla="*/ 3683591 w 6858001"/>
                  <a:gd name="connsiteY138" fmla="*/ 862906 h 874716"/>
                  <a:gd name="connsiteX139" fmla="*/ 3623201 w 6858001"/>
                  <a:gd name="connsiteY139" fmla="*/ 866334 h 874716"/>
                  <a:gd name="connsiteX140" fmla="*/ 3546617 w 6858001"/>
                  <a:gd name="connsiteY140" fmla="*/ 874716 h 874716"/>
                  <a:gd name="connsiteX141" fmla="*/ 3485275 w 6858001"/>
                  <a:gd name="connsiteY141" fmla="*/ 864238 h 874716"/>
                  <a:gd name="connsiteX142" fmla="*/ 3399546 w 6858001"/>
                  <a:gd name="connsiteY142" fmla="*/ 848618 h 874716"/>
                  <a:gd name="connsiteX143" fmla="*/ 3318771 w 6858001"/>
                  <a:gd name="connsiteY143" fmla="*/ 833757 h 874716"/>
                  <a:gd name="connsiteX144" fmla="*/ 3293244 w 6858001"/>
                  <a:gd name="connsiteY144" fmla="*/ 851284 h 874716"/>
                  <a:gd name="connsiteX145" fmla="*/ 3253809 w 6858001"/>
                  <a:gd name="connsiteY145" fmla="*/ 866524 h 874716"/>
                  <a:gd name="connsiteX146" fmla="*/ 3209993 w 6858001"/>
                  <a:gd name="connsiteY146" fmla="*/ 848235 h 874716"/>
                  <a:gd name="connsiteX147" fmla="*/ 3107500 w 6858001"/>
                  <a:gd name="connsiteY147" fmla="*/ 810326 h 874716"/>
                  <a:gd name="connsiteX148" fmla="*/ 3042728 w 6858001"/>
                  <a:gd name="connsiteY148" fmla="*/ 808610 h 874716"/>
                  <a:gd name="connsiteX149" fmla="*/ 2901943 w 6858001"/>
                  <a:gd name="connsiteY149" fmla="*/ 792418 h 874716"/>
                  <a:gd name="connsiteX150" fmla="*/ 2809930 w 6858001"/>
                  <a:gd name="connsiteY150" fmla="*/ 769367 h 874716"/>
                  <a:gd name="connsiteX151" fmla="*/ 2743826 w 6858001"/>
                  <a:gd name="connsiteY151" fmla="*/ 743268 h 874716"/>
                  <a:gd name="connsiteX152" fmla="*/ 2649143 w 6858001"/>
                  <a:gd name="connsiteY152" fmla="*/ 709167 h 874716"/>
                  <a:gd name="connsiteX153" fmla="*/ 2554079 w 6858001"/>
                  <a:gd name="connsiteY153" fmla="*/ 691450 h 874716"/>
                  <a:gd name="connsiteX154" fmla="*/ 2485307 w 6858001"/>
                  <a:gd name="connsiteY154" fmla="*/ 669160 h 874716"/>
                  <a:gd name="connsiteX155" fmla="*/ 2401292 w 6858001"/>
                  <a:gd name="connsiteY155" fmla="*/ 653919 h 874716"/>
                  <a:gd name="connsiteX156" fmla="*/ 2330806 w 6858001"/>
                  <a:gd name="connsiteY156" fmla="*/ 653349 h 874716"/>
                  <a:gd name="connsiteX157" fmla="*/ 2220312 w 6858001"/>
                  <a:gd name="connsiteY157" fmla="*/ 656015 h 874716"/>
                  <a:gd name="connsiteX158" fmla="*/ 2085054 w 6858001"/>
                  <a:gd name="connsiteY158" fmla="*/ 609914 h 874716"/>
                  <a:gd name="connsiteX159" fmla="*/ 2030378 w 6858001"/>
                  <a:gd name="connsiteY159" fmla="*/ 599625 h 874716"/>
                  <a:gd name="connsiteX160" fmla="*/ 1978940 w 6858001"/>
                  <a:gd name="connsiteY160" fmla="*/ 594863 h 874716"/>
                  <a:gd name="connsiteX161" fmla="*/ 1869780 w 6858001"/>
                  <a:gd name="connsiteY161" fmla="*/ 564192 h 874716"/>
                  <a:gd name="connsiteX162" fmla="*/ 1825393 w 6858001"/>
                  <a:gd name="connsiteY162" fmla="*/ 554094 h 874716"/>
                  <a:gd name="connsiteX163" fmla="*/ 1763287 w 6858001"/>
                  <a:gd name="connsiteY163" fmla="*/ 554286 h 874716"/>
                  <a:gd name="connsiteX164" fmla="*/ 1650317 w 6858001"/>
                  <a:gd name="connsiteY164" fmla="*/ 540187 h 874716"/>
                  <a:gd name="connsiteX165" fmla="*/ 1537537 w 6858001"/>
                  <a:gd name="connsiteY165" fmla="*/ 499038 h 874716"/>
                  <a:gd name="connsiteX166" fmla="*/ 1489720 w 6858001"/>
                  <a:gd name="connsiteY166" fmla="*/ 503038 h 874716"/>
                  <a:gd name="connsiteX167" fmla="*/ 1472575 w 6858001"/>
                  <a:gd name="connsiteY167" fmla="*/ 502086 h 874716"/>
                  <a:gd name="connsiteX168" fmla="*/ 1318456 w 6858001"/>
                  <a:gd name="connsiteY168" fmla="*/ 479415 h 874716"/>
                  <a:gd name="connsiteX169" fmla="*/ 1303024 w 6858001"/>
                  <a:gd name="connsiteY169" fmla="*/ 476939 h 874716"/>
                  <a:gd name="connsiteX170" fmla="*/ 1230633 w 6858001"/>
                  <a:gd name="connsiteY170" fmla="*/ 456746 h 874716"/>
                  <a:gd name="connsiteX171" fmla="*/ 1048125 w 6858001"/>
                  <a:gd name="connsiteY171" fmla="*/ 444172 h 874716"/>
                  <a:gd name="connsiteX172" fmla="*/ 1036887 w 6858001"/>
                  <a:gd name="connsiteY172" fmla="*/ 442648 h 874716"/>
                  <a:gd name="connsiteX173" fmla="*/ 975733 w 6858001"/>
                  <a:gd name="connsiteY173" fmla="*/ 452744 h 874716"/>
                  <a:gd name="connsiteX174" fmla="*/ 945444 w 6858001"/>
                  <a:gd name="connsiteY174" fmla="*/ 467033 h 874716"/>
                  <a:gd name="connsiteX175" fmla="*/ 898198 w 6858001"/>
                  <a:gd name="connsiteY175" fmla="*/ 481893 h 874716"/>
                  <a:gd name="connsiteX176" fmla="*/ 850189 w 6858001"/>
                  <a:gd name="connsiteY176" fmla="*/ 487417 h 874716"/>
                  <a:gd name="connsiteX177" fmla="*/ 769605 w 6858001"/>
                  <a:gd name="connsiteY177" fmla="*/ 464937 h 874716"/>
                  <a:gd name="connsiteX178" fmla="*/ 740268 w 6858001"/>
                  <a:gd name="connsiteY178" fmla="*/ 462651 h 874716"/>
                  <a:gd name="connsiteX179" fmla="*/ 674923 w 6858001"/>
                  <a:gd name="connsiteY179" fmla="*/ 451792 h 874716"/>
                  <a:gd name="connsiteX180" fmla="*/ 617772 w 6858001"/>
                  <a:gd name="connsiteY180" fmla="*/ 452554 h 874716"/>
                  <a:gd name="connsiteX181" fmla="*/ 571860 w 6858001"/>
                  <a:gd name="connsiteY181" fmla="*/ 469891 h 874716"/>
                  <a:gd name="connsiteX182" fmla="*/ 505182 w 6858001"/>
                  <a:gd name="connsiteY182" fmla="*/ 473319 h 874716"/>
                  <a:gd name="connsiteX183" fmla="*/ 462126 w 6858001"/>
                  <a:gd name="connsiteY183" fmla="*/ 460747 h 874716"/>
                  <a:gd name="connsiteX184" fmla="*/ 453364 w 6858001"/>
                  <a:gd name="connsiteY184" fmla="*/ 459033 h 874716"/>
                  <a:gd name="connsiteX185" fmla="*/ 340774 w 6858001"/>
                  <a:gd name="connsiteY185" fmla="*/ 458268 h 874716"/>
                  <a:gd name="connsiteX186" fmla="*/ 200182 w 6858001"/>
                  <a:gd name="connsiteY186" fmla="*/ 496180 h 874716"/>
                  <a:gd name="connsiteX187" fmla="*/ 176939 w 6858001"/>
                  <a:gd name="connsiteY187" fmla="*/ 504182 h 874716"/>
                  <a:gd name="connsiteX188" fmla="*/ 63587 w 6858001"/>
                  <a:gd name="connsiteY188" fmla="*/ 518088 h 874716"/>
                  <a:gd name="connsiteX189" fmla="*/ 2817 w 6858001"/>
                  <a:gd name="connsiteY189" fmla="*/ 532187 h 874716"/>
                  <a:gd name="connsiteX190" fmla="*/ 0 w 6858001"/>
                  <a:gd name="connsiteY190" fmla="*/ 533314 h 8747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</a:cxnLst>
                <a:rect l="l" t="t" r="r" b="b"/>
                <a:pathLst>
                  <a:path w="6858001" h="874716">
                    <a:moveTo>
                      <a:pt x="0" y="533314"/>
                    </a:moveTo>
                    <a:lnTo>
                      <a:pt x="0" y="69206"/>
                    </a:lnTo>
                    <a:lnTo>
                      <a:pt x="21486" y="71924"/>
                    </a:lnTo>
                    <a:cubicBezTo>
                      <a:pt x="92546" y="60493"/>
                      <a:pt x="159604" y="87354"/>
                      <a:pt x="228948" y="88116"/>
                    </a:cubicBezTo>
                    <a:cubicBezTo>
                      <a:pt x="260382" y="88496"/>
                      <a:pt x="291435" y="94592"/>
                      <a:pt x="313533" y="62779"/>
                    </a:cubicBezTo>
                    <a:cubicBezTo>
                      <a:pt x="316389" y="58587"/>
                      <a:pt x="330298" y="60873"/>
                      <a:pt x="338870" y="62207"/>
                    </a:cubicBezTo>
                    <a:cubicBezTo>
                      <a:pt x="357921" y="65066"/>
                      <a:pt x="376781" y="72304"/>
                      <a:pt x="395640" y="72114"/>
                    </a:cubicBezTo>
                    <a:cubicBezTo>
                      <a:pt x="434695" y="71924"/>
                      <a:pt x="473939" y="68876"/>
                      <a:pt x="512802" y="65446"/>
                    </a:cubicBezTo>
                    <a:cubicBezTo>
                      <a:pt x="527470" y="64112"/>
                      <a:pt x="541569" y="58969"/>
                      <a:pt x="556047" y="55349"/>
                    </a:cubicBezTo>
                    <a:cubicBezTo>
                      <a:pt x="564048" y="53253"/>
                      <a:pt x="572622" y="47729"/>
                      <a:pt x="580050" y="48871"/>
                    </a:cubicBezTo>
                    <a:cubicBezTo>
                      <a:pt x="623106" y="55539"/>
                      <a:pt x="662541" y="39157"/>
                      <a:pt x="703308" y="30964"/>
                    </a:cubicBezTo>
                    <a:cubicBezTo>
                      <a:pt x="722169" y="27154"/>
                      <a:pt x="739886" y="18010"/>
                      <a:pt x="758174" y="11724"/>
                    </a:cubicBezTo>
                    <a:cubicBezTo>
                      <a:pt x="762936" y="10008"/>
                      <a:pt x="768271" y="8484"/>
                      <a:pt x="773035" y="8866"/>
                    </a:cubicBezTo>
                    <a:cubicBezTo>
                      <a:pt x="800276" y="11152"/>
                      <a:pt x="827329" y="14390"/>
                      <a:pt x="854379" y="16866"/>
                    </a:cubicBezTo>
                    <a:cubicBezTo>
                      <a:pt x="878956" y="19152"/>
                      <a:pt x="903722" y="19914"/>
                      <a:pt x="915343" y="47919"/>
                    </a:cubicBezTo>
                    <a:cubicBezTo>
                      <a:pt x="917059" y="52301"/>
                      <a:pt x="922773" y="55539"/>
                      <a:pt x="927155" y="58397"/>
                    </a:cubicBezTo>
                    <a:cubicBezTo>
                      <a:pt x="994785" y="102405"/>
                      <a:pt x="1030980" y="101261"/>
                      <a:pt x="1097087" y="54777"/>
                    </a:cubicBezTo>
                    <a:cubicBezTo>
                      <a:pt x="1103945" y="50015"/>
                      <a:pt x="1118613" y="46585"/>
                      <a:pt x="1123185" y="50395"/>
                    </a:cubicBezTo>
                    <a:cubicBezTo>
                      <a:pt x="1162049" y="82020"/>
                      <a:pt x="1204532" y="78590"/>
                      <a:pt x="1249302" y="68684"/>
                    </a:cubicBezTo>
                    <a:cubicBezTo>
                      <a:pt x="1260922" y="66018"/>
                      <a:pt x="1277307" y="66018"/>
                      <a:pt x="1286069" y="72304"/>
                    </a:cubicBezTo>
                    <a:cubicBezTo>
                      <a:pt x="1327790" y="101451"/>
                      <a:pt x="1372560" y="97261"/>
                      <a:pt x="1417899" y="88688"/>
                    </a:cubicBezTo>
                    <a:cubicBezTo>
                      <a:pt x="1424948" y="87354"/>
                      <a:pt x="1433522" y="80114"/>
                      <a:pt x="1436568" y="73448"/>
                    </a:cubicBezTo>
                    <a:cubicBezTo>
                      <a:pt x="1447428" y="49825"/>
                      <a:pt x="1467813" y="41823"/>
                      <a:pt x="1490292" y="35154"/>
                    </a:cubicBezTo>
                    <a:cubicBezTo>
                      <a:pt x="1525727" y="24296"/>
                      <a:pt x="1560588" y="11532"/>
                      <a:pt x="1596213" y="1245"/>
                    </a:cubicBezTo>
                    <a:cubicBezTo>
                      <a:pt x="1604978" y="-1231"/>
                      <a:pt x="1615836" y="293"/>
                      <a:pt x="1624980" y="3150"/>
                    </a:cubicBezTo>
                    <a:cubicBezTo>
                      <a:pt x="1656223" y="12866"/>
                      <a:pt x="1676036" y="37251"/>
                      <a:pt x="1697753" y="59731"/>
                    </a:cubicBezTo>
                    <a:cubicBezTo>
                      <a:pt x="1707279" y="69638"/>
                      <a:pt x="1720423" y="76686"/>
                      <a:pt x="1733188" y="82400"/>
                    </a:cubicBezTo>
                    <a:cubicBezTo>
                      <a:pt x="1766335" y="97071"/>
                      <a:pt x="1800246" y="110215"/>
                      <a:pt x="1833775" y="124121"/>
                    </a:cubicBezTo>
                    <a:cubicBezTo>
                      <a:pt x="1837013" y="125455"/>
                      <a:pt x="1839679" y="128884"/>
                      <a:pt x="1842158" y="131742"/>
                    </a:cubicBezTo>
                    <a:cubicBezTo>
                      <a:pt x="1866922" y="161843"/>
                      <a:pt x="1891497" y="192132"/>
                      <a:pt x="1916454" y="222233"/>
                    </a:cubicBezTo>
                    <a:cubicBezTo>
                      <a:pt x="1921216" y="227947"/>
                      <a:pt x="1928076" y="232139"/>
                      <a:pt x="1933219" y="237663"/>
                    </a:cubicBezTo>
                    <a:cubicBezTo>
                      <a:pt x="1940459" y="245283"/>
                      <a:pt x="1949603" y="252524"/>
                      <a:pt x="1953413" y="261668"/>
                    </a:cubicBezTo>
                    <a:cubicBezTo>
                      <a:pt x="1965224" y="290433"/>
                      <a:pt x="1987894" y="302817"/>
                      <a:pt x="2016469" y="308151"/>
                    </a:cubicBezTo>
                    <a:cubicBezTo>
                      <a:pt x="2042570" y="313104"/>
                      <a:pt x="2068669" y="317296"/>
                      <a:pt x="2094578" y="323010"/>
                    </a:cubicBezTo>
                    <a:cubicBezTo>
                      <a:pt x="2126201" y="329868"/>
                      <a:pt x="2157636" y="337298"/>
                      <a:pt x="2188879" y="345681"/>
                    </a:cubicBezTo>
                    <a:cubicBezTo>
                      <a:pt x="2202404" y="349301"/>
                      <a:pt x="2216692" y="353491"/>
                      <a:pt x="2228314" y="360921"/>
                    </a:cubicBezTo>
                    <a:cubicBezTo>
                      <a:pt x="2260890" y="381496"/>
                      <a:pt x="2295753" y="395402"/>
                      <a:pt x="2334044" y="389878"/>
                    </a:cubicBezTo>
                    <a:cubicBezTo>
                      <a:pt x="2364715" y="385496"/>
                      <a:pt x="2390434" y="396736"/>
                      <a:pt x="2409485" y="414263"/>
                    </a:cubicBezTo>
                    <a:cubicBezTo>
                      <a:pt x="2444158" y="446078"/>
                      <a:pt x="2481305" y="438838"/>
                      <a:pt x="2518264" y="428552"/>
                    </a:cubicBezTo>
                    <a:cubicBezTo>
                      <a:pt x="2537315" y="423217"/>
                      <a:pt x="2552935" y="423979"/>
                      <a:pt x="2571034" y="429122"/>
                    </a:cubicBezTo>
                    <a:cubicBezTo>
                      <a:pt x="2612945" y="441124"/>
                      <a:pt x="2640950" y="473701"/>
                      <a:pt x="2668001" y="502276"/>
                    </a:cubicBezTo>
                    <a:cubicBezTo>
                      <a:pt x="2691054" y="526661"/>
                      <a:pt x="2716963" y="540377"/>
                      <a:pt x="2745348" y="550666"/>
                    </a:cubicBezTo>
                    <a:cubicBezTo>
                      <a:pt x="2781163" y="563810"/>
                      <a:pt x="2809548" y="558858"/>
                      <a:pt x="2826694" y="527233"/>
                    </a:cubicBezTo>
                    <a:cubicBezTo>
                      <a:pt x="2831457" y="518278"/>
                      <a:pt x="2839839" y="507800"/>
                      <a:pt x="2848793" y="505134"/>
                    </a:cubicBezTo>
                    <a:cubicBezTo>
                      <a:pt x="2892037" y="491800"/>
                      <a:pt x="2935854" y="472367"/>
                      <a:pt x="2982148" y="484179"/>
                    </a:cubicBezTo>
                    <a:cubicBezTo>
                      <a:pt x="3046158" y="500372"/>
                      <a:pt x="3108644" y="499420"/>
                      <a:pt x="3172654" y="483417"/>
                    </a:cubicBezTo>
                    <a:cubicBezTo>
                      <a:pt x="3276480" y="457508"/>
                      <a:pt x="3380305" y="430076"/>
                      <a:pt x="3489467" y="435790"/>
                    </a:cubicBezTo>
                    <a:cubicBezTo>
                      <a:pt x="3507563" y="436742"/>
                      <a:pt x="3529090" y="425121"/>
                      <a:pt x="3544713" y="413691"/>
                    </a:cubicBezTo>
                    <a:cubicBezTo>
                      <a:pt x="3574622" y="391974"/>
                      <a:pt x="3573288" y="390258"/>
                      <a:pt x="3606817" y="408167"/>
                    </a:cubicBezTo>
                    <a:cubicBezTo>
                      <a:pt x="3614819" y="412549"/>
                      <a:pt x="3624725" y="415215"/>
                      <a:pt x="3630632" y="421693"/>
                    </a:cubicBezTo>
                    <a:cubicBezTo>
                      <a:pt x="3660731" y="454650"/>
                      <a:pt x="3697880" y="446648"/>
                      <a:pt x="3734837" y="441886"/>
                    </a:cubicBezTo>
                    <a:cubicBezTo>
                      <a:pt x="3741315" y="440934"/>
                      <a:pt x="3749125" y="439600"/>
                      <a:pt x="3754652" y="442268"/>
                    </a:cubicBezTo>
                    <a:cubicBezTo>
                      <a:pt x="3779607" y="454268"/>
                      <a:pt x="3800753" y="450078"/>
                      <a:pt x="3822472" y="433694"/>
                    </a:cubicBezTo>
                    <a:cubicBezTo>
                      <a:pt x="3841331" y="419597"/>
                      <a:pt x="3863049" y="411215"/>
                      <a:pt x="3885338" y="428742"/>
                    </a:cubicBezTo>
                    <a:cubicBezTo>
                      <a:pt x="3934870" y="467605"/>
                      <a:pt x="3987829" y="469509"/>
                      <a:pt x="4043839" y="444934"/>
                    </a:cubicBezTo>
                    <a:cubicBezTo>
                      <a:pt x="4083845" y="427407"/>
                      <a:pt x="4123280" y="423407"/>
                      <a:pt x="4165383" y="441124"/>
                    </a:cubicBezTo>
                    <a:cubicBezTo>
                      <a:pt x="4181576" y="447982"/>
                      <a:pt x="4202531" y="443410"/>
                      <a:pt x="4221391" y="444934"/>
                    </a:cubicBezTo>
                    <a:cubicBezTo>
                      <a:pt x="4232060" y="445696"/>
                      <a:pt x="4243872" y="445886"/>
                      <a:pt x="4253014" y="450650"/>
                    </a:cubicBezTo>
                    <a:cubicBezTo>
                      <a:pt x="4277401" y="462843"/>
                      <a:pt x="4300070" y="478463"/>
                      <a:pt x="4324645" y="490466"/>
                    </a:cubicBezTo>
                    <a:cubicBezTo>
                      <a:pt x="4336457" y="496180"/>
                      <a:pt x="4350554" y="499228"/>
                      <a:pt x="4363890" y="499420"/>
                    </a:cubicBezTo>
                    <a:cubicBezTo>
                      <a:pt x="4403325" y="500372"/>
                      <a:pt x="4442761" y="500372"/>
                      <a:pt x="4482004" y="498658"/>
                    </a:cubicBezTo>
                    <a:cubicBezTo>
                      <a:pt x="4546776" y="495990"/>
                      <a:pt x="4612500" y="495418"/>
                      <a:pt x="4659174" y="438648"/>
                    </a:cubicBezTo>
                    <a:cubicBezTo>
                      <a:pt x="4662986" y="434076"/>
                      <a:pt x="4671176" y="431408"/>
                      <a:pt x="4677655" y="430646"/>
                    </a:cubicBezTo>
                    <a:cubicBezTo>
                      <a:pt x="4707564" y="427027"/>
                      <a:pt x="4738235" y="426645"/>
                      <a:pt x="4767764" y="420739"/>
                    </a:cubicBezTo>
                    <a:cubicBezTo>
                      <a:pt x="4791386" y="415977"/>
                      <a:pt x="4811009" y="417501"/>
                      <a:pt x="4828916" y="434266"/>
                    </a:cubicBezTo>
                    <a:cubicBezTo>
                      <a:pt x="4852348" y="456364"/>
                      <a:pt x="4880925" y="469319"/>
                      <a:pt x="4912168" y="462271"/>
                    </a:cubicBezTo>
                    <a:cubicBezTo>
                      <a:pt x="4943409" y="455412"/>
                      <a:pt x="4963984" y="470271"/>
                      <a:pt x="4987037" y="485703"/>
                    </a:cubicBezTo>
                    <a:cubicBezTo>
                      <a:pt x="5003801" y="496942"/>
                      <a:pt x="5022852" y="511040"/>
                      <a:pt x="5041521" y="512182"/>
                    </a:cubicBezTo>
                    <a:cubicBezTo>
                      <a:pt x="5083814" y="514658"/>
                      <a:pt x="5120201" y="553904"/>
                      <a:pt x="5166113" y="531615"/>
                    </a:cubicBezTo>
                    <a:cubicBezTo>
                      <a:pt x="5169161" y="530091"/>
                      <a:pt x="5174685" y="533901"/>
                      <a:pt x="5179067" y="534853"/>
                    </a:cubicBezTo>
                    <a:cubicBezTo>
                      <a:pt x="5214121" y="542093"/>
                      <a:pt x="5247078" y="535043"/>
                      <a:pt x="5272796" y="511230"/>
                    </a:cubicBezTo>
                    <a:cubicBezTo>
                      <a:pt x="5306516" y="480177"/>
                      <a:pt x="5343855" y="477129"/>
                      <a:pt x="5385384" y="487227"/>
                    </a:cubicBezTo>
                    <a:cubicBezTo>
                      <a:pt x="5398721" y="490466"/>
                      <a:pt x="5412057" y="492752"/>
                      <a:pt x="5425582" y="495418"/>
                    </a:cubicBezTo>
                    <a:cubicBezTo>
                      <a:pt x="5443870" y="499228"/>
                      <a:pt x="5462351" y="503230"/>
                      <a:pt x="5480637" y="507040"/>
                    </a:cubicBezTo>
                    <a:cubicBezTo>
                      <a:pt x="5498356" y="510850"/>
                      <a:pt x="5517979" y="517326"/>
                      <a:pt x="5531693" y="500944"/>
                    </a:cubicBezTo>
                    <a:cubicBezTo>
                      <a:pt x="5543506" y="486845"/>
                      <a:pt x="5551888" y="488179"/>
                      <a:pt x="5562746" y="500372"/>
                    </a:cubicBezTo>
                    <a:cubicBezTo>
                      <a:pt x="5600467" y="543045"/>
                      <a:pt x="5646189" y="569716"/>
                      <a:pt x="5704483" y="571620"/>
                    </a:cubicBezTo>
                    <a:cubicBezTo>
                      <a:pt x="5716485" y="572002"/>
                      <a:pt x="5728678" y="574668"/>
                      <a:pt x="5740488" y="577526"/>
                    </a:cubicBezTo>
                    <a:cubicBezTo>
                      <a:pt x="5747728" y="579241"/>
                      <a:pt x="5756493" y="581147"/>
                      <a:pt x="5760873" y="586291"/>
                    </a:cubicBezTo>
                    <a:cubicBezTo>
                      <a:pt x="5794974" y="625534"/>
                      <a:pt x="5837457" y="652777"/>
                      <a:pt x="5883751" y="674686"/>
                    </a:cubicBezTo>
                    <a:cubicBezTo>
                      <a:pt x="5900323" y="682496"/>
                      <a:pt x="5918042" y="690306"/>
                      <a:pt x="5935949" y="692592"/>
                    </a:cubicBezTo>
                    <a:cubicBezTo>
                      <a:pt x="5954617" y="694878"/>
                      <a:pt x="5974240" y="691068"/>
                      <a:pt x="5993291" y="688972"/>
                    </a:cubicBezTo>
                    <a:cubicBezTo>
                      <a:pt x="6004531" y="687830"/>
                      <a:pt x="6017485" y="688020"/>
                      <a:pt x="6026440" y="682496"/>
                    </a:cubicBezTo>
                    <a:cubicBezTo>
                      <a:pt x="6054825" y="665159"/>
                      <a:pt x="6082258" y="646491"/>
                      <a:pt x="6108738" y="626296"/>
                    </a:cubicBezTo>
                    <a:cubicBezTo>
                      <a:pt x="6131409" y="608960"/>
                      <a:pt x="6135981" y="606483"/>
                      <a:pt x="6155602" y="628202"/>
                    </a:cubicBezTo>
                    <a:cubicBezTo>
                      <a:pt x="6175797" y="650491"/>
                      <a:pt x="6200944" y="662111"/>
                      <a:pt x="6228756" y="666873"/>
                    </a:cubicBezTo>
                    <a:cubicBezTo>
                      <a:pt x="6272764" y="674304"/>
                      <a:pt x="6317151" y="680590"/>
                      <a:pt x="6361539" y="684210"/>
                    </a:cubicBezTo>
                    <a:cubicBezTo>
                      <a:pt x="6401736" y="687448"/>
                      <a:pt x="6420977" y="669922"/>
                      <a:pt x="6428979" y="630106"/>
                    </a:cubicBezTo>
                    <a:cubicBezTo>
                      <a:pt x="6433551" y="608007"/>
                      <a:pt x="6439458" y="584003"/>
                      <a:pt x="6463840" y="578098"/>
                    </a:cubicBezTo>
                    <a:cubicBezTo>
                      <a:pt x="6503658" y="568572"/>
                      <a:pt x="6544997" y="564382"/>
                      <a:pt x="6564620" y="517708"/>
                    </a:cubicBezTo>
                    <a:cubicBezTo>
                      <a:pt x="6575478" y="527995"/>
                      <a:pt x="6582146" y="534091"/>
                      <a:pt x="6588625" y="540187"/>
                    </a:cubicBezTo>
                    <a:cubicBezTo>
                      <a:pt x="6606531" y="557142"/>
                      <a:pt x="6643678" y="564382"/>
                      <a:pt x="6662541" y="549714"/>
                    </a:cubicBezTo>
                    <a:cubicBezTo>
                      <a:pt x="6690354" y="528377"/>
                      <a:pt x="6715883" y="532377"/>
                      <a:pt x="6742552" y="548952"/>
                    </a:cubicBezTo>
                    <a:cubicBezTo>
                      <a:pt x="6764841" y="562668"/>
                      <a:pt x="6788417" y="567954"/>
                      <a:pt x="6812063" y="568430"/>
                    </a:cubicBezTo>
                    <a:lnTo>
                      <a:pt x="6858001" y="562267"/>
                    </a:lnTo>
                    <a:lnTo>
                      <a:pt x="6858001" y="734520"/>
                    </a:lnTo>
                    <a:lnTo>
                      <a:pt x="6815516" y="744220"/>
                    </a:lnTo>
                    <a:cubicBezTo>
                      <a:pt x="6793035" y="749744"/>
                      <a:pt x="6771319" y="759651"/>
                      <a:pt x="6748458" y="763271"/>
                    </a:cubicBezTo>
                    <a:cubicBezTo>
                      <a:pt x="6694164" y="771843"/>
                      <a:pt x="6639488" y="777939"/>
                      <a:pt x="6584812" y="784797"/>
                    </a:cubicBezTo>
                    <a:cubicBezTo>
                      <a:pt x="6528424" y="791846"/>
                      <a:pt x="6472225" y="799276"/>
                      <a:pt x="6415833" y="805562"/>
                    </a:cubicBezTo>
                    <a:cubicBezTo>
                      <a:pt x="6384972" y="808802"/>
                      <a:pt x="6353919" y="809372"/>
                      <a:pt x="6323058" y="812420"/>
                    </a:cubicBezTo>
                    <a:cubicBezTo>
                      <a:pt x="6296005" y="815088"/>
                      <a:pt x="6269144" y="820041"/>
                      <a:pt x="6242093" y="823281"/>
                    </a:cubicBezTo>
                    <a:cubicBezTo>
                      <a:pt x="6218660" y="825947"/>
                      <a:pt x="6195037" y="827471"/>
                      <a:pt x="6171605" y="830139"/>
                    </a:cubicBezTo>
                    <a:cubicBezTo>
                      <a:pt x="6134075" y="834519"/>
                      <a:pt x="6096736" y="839473"/>
                      <a:pt x="6059397" y="844045"/>
                    </a:cubicBezTo>
                    <a:cubicBezTo>
                      <a:pt x="6043776" y="845759"/>
                      <a:pt x="6027392" y="850522"/>
                      <a:pt x="6012723" y="847665"/>
                    </a:cubicBezTo>
                    <a:cubicBezTo>
                      <a:pt x="5975764" y="840425"/>
                      <a:pt x="5939377" y="842521"/>
                      <a:pt x="5902610" y="847473"/>
                    </a:cubicBezTo>
                    <a:cubicBezTo>
                      <a:pt x="5890037" y="849190"/>
                      <a:pt x="5876511" y="848808"/>
                      <a:pt x="5864318" y="845569"/>
                    </a:cubicBezTo>
                    <a:cubicBezTo>
                      <a:pt x="5839361" y="839091"/>
                      <a:pt x="5815169" y="829947"/>
                      <a:pt x="5790592" y="821947"/>
                    </a:cubicBezTo>
                    <a:cubicBezTo>
                      <a:pt x="5787924" y="820995"/>
                      <a:pt x="5784686" y="820803"/>
                      <a:pt x="5781830" y="820233"/>
                    </a:cubicBezTo>
                    <a:cubicBezTo>
                      <a:pt x="5765635" y="816992"/>
                      <a:pt x="5749634" y="813754"/>
                      <a:pt x="5733440" y="810896"/>
                    </a:cubicBezTo>
                    <a:cubicBezTo>
                      <a:pt x="5724678" y="809372"/>
                      <a:pt x="5715723" y="809182"/>
                      <a:pt x="5706959" y="807848"/>
                    </a:cubicBezTo>
                    <a:cubicBezTo>
                      <a:pt x="5673050" y="802514"/>
                      <a:pt x="5635711" y="811468"/>
                      <a:pt x="5606372" y="788417"/>
                    </a:cubicBezTo>
                    <a:cubicBezTo>
                      <a:pt x="5587321" y="773557"/>
                      <a:pt x="5568842" y="776987"/>
                      <a:pt x="5548460" y="779273"/>
                    </a:cubicBezTo>
                    <a:cubicBezTo>
                      <a:pt x="5533027" y="780987"/>
                      <a:pt x="5517215" y="780415"/>
                      <a:pt x="5501594" y="780607"/>
                    </a:cubicBezTo>
                    <a:cubicBezTo>
                      <a:pt x="5474161" y="781177"/>
                      <a:pt x="5446728" y="781369"/>
                      <a:pt x="5419295" y="782321"/>
                    </a:cubicBezTo>
                    <a:cubicBezTo>
                      <a:pt x="5410531" y="782701"/>
                      <a:pt x="5401579" y="787465"/>
                      <a:pt x="5393005" y="786703"/>
                    </a:cubicBezTo>
                    <a:cubicBezTo>
                      <a:pt x="5353379" y="783083"/>
                      <a:pt x="5313754" y="777367"/>
                      <a:pt x="5274129" y="774129"/>
                    </a:cubicBezTo>
                    <a:cubicBezTo>
                      <a:pt x="5251650" y="772225"/>
                      <a:pt x="5228597" y="775843"/>
                      <a:pt x="5206308" y="773177"/>
                    </a:cubicBezTo>
                    <a:cubicBezTo>
                      <a:pt x="5180591" y="770129"/>
                      <a:pt x="5155445" y="762319"/>
                      <a:pt x="5129916" y="757554"/>
                    </a:cubicBezTo>
                    <a:cubicBezTo>
                      <a:pt x="5122867" y="756222"/>
                      <a:pt x="5115057" y="757936"/>
                      <a:pt x="5107627" y="758316"/>
                    </a:cubicBezTo>
                    <a:cubicBezTo>
                      <a:pt x="5099245" y="758699"/>
                      <a:pt x="5091052" y="759461"/>
                      <a:pt x="5082670" y="759651"/>
                    </a:cubicBezTo>
                    <a:cubicBezTo>
                      <a:pt x="5057141" y="760033"/>
                      <a:pt x="5031614" y="759461"/>
                      <a:pt x="5006086" y="760795"/>
                    </a:cubicBezTo>
                    <a:cubicBezTo>
                      <a:pt x="4990465" y="761557"/>
                      <a:pt x="4974082" y="769367"/>
                      <a:pt x="4959602" y="766509"/>
                    </a:cubicBezTo>
                    <a:cubicBezTo>
                      <a:pt x="4930075" y="760985"/>
                      <a:pt x="4900546" y="773367"/>
                      <a:pt x="4871019" y="763081"/>
                    </a:cubicBezTo>
                    <a:cubicBezTo>
                      <a:pt x="4861873" y="760033"/>
                      <a:pt x="4849300" y="767653"/>
                      <a:pt x="4838250" y="768033"/>
                    </a:cubicBezTo>
                    <a:cubicBezTo>
                      <a:pt x="4810627" y="768985"/>
                      <a:pt x="4783004" y="768795"/>
                      <a:pt x="4755381" y="768605"/>
                    </a:cubicBezTo>
                    <a:cubicBezTo>
                      <a:pt x="4730614" y="768415"/>
                      <a:pt x="4704895" y="771081"/>
                      <a:pt x="4681083" y="765747"/>
                    </a:cubicBezTo>
                    <a:cubicBezTo>
                      <a:pt x="4656126" y="760033"/>
                      <a:pt x="4633647" y="760795"/>
                      <a:pt x="4609452" y="767271"/>
                    </a:cubicBezTo>
                    <a:cubicBezTo>
                      <a:pt x="4592878" y="771653"/>
                      <a:pt x="4575351" y="772225"/>
                      <a:pt x="4558207" y="773557"/>
                    </a:cubicBezTo>
                    <a:cubicBezTo>
                      <a:pt x="4539728" y="775081"/>
                      <a:pt x="4519343" y="771081"/>
                      <a:pt x="4502579" y="777367"/>
                    </a:cubicBezTo>
                    <a:cubicBezTo>
                      <a:pt x="4452665" y="796038"/>
                      <a:pt x="4401419" y="800038"/>
                      <a:pt x="4349222" y="800038"/>
                    </a:cubicBezTo>
                    <a:cubicBezTo>
                      <a:pt x="4339695" y="800038"/>
                      <a:pt x="4329979" y="797372"/>
                      <a:pt x="4320837" y="794514"/>
                    </a:cubicBezTo>
                    <a:cubicBezTo>
                      <a:pt x="4267493" y="777367"/>
                      <a:pt x="4213961" y="778891"/>
                      <a:pt x="4159667" y="789370"/>
                    </a:cubicBezTo>
                    <a:cubicBezTo>
                      <a:pt x="4148427" y="791656"/>
                      <a:pt x="4135854" y="792038"/>
                      <a:pt x="4124614" y="789752"/>
                    </a:cubicBezTo>
                    <a:cubicBezTo>
                      <a:pt x="4092989" y="783083"/>
                      <a:pt x="4062318" y="772033"/>
                      <a:pt x="4030503" y="767271"/>
                    </a:cubicBezTo>
                    <a:cubicBezTo>
                      <a:pt x="3977925" y="759461"/>
                      <a:pt x="3932394" y="785749"/>
                      <a:pt x="3885338" y="802896"/>
                    </a:cubicBezTo>
                    <a:cubicBezTo>
                      <a:pt x="3840569" y="819089"/>
                      <a:pt x="3802467" y="855666"/>
                      <a:pt x="3749506" y="847473"/>
                    </a:cubicBezTo>
                    <a:cubicBezTo>
                      <a:pt x="3744173" y="846711"/>
                      <a:pt x="3738267" y="851856"/>
                      <a:pt x="3732361" y="853190"/>
                    </a:cubicBezTo>
                    <a:cubicBezTo>
                      <a:pt x="3716168" y="856810"/>
                      <a:pt x="3699976" y="861190"/>
                      <a:pt x="3683591" y="862906"/>
                    </a:cubicBezTo>
                    <a:cubicBezTo>
                      <a:pt x="3663589" y="865192"/>
                      <a:pt x="3643204" y="864430"/>
                      <a:pt x="3623201" y="866334"/>
                    </a:cubicBezTo>
                    <a:cubicBezTo>
                      <a:pt x="3597482" y="868620"/>
                      <a:pt x="3572146" y="874716"/>
                      <a:pt x="3546617" y="874716"/>
                    </a:cubicBezTo>
                    <a:cubicBezTo>
                      <a:pt x="3526042" y="874716"/>
                      <a:pt x="3505657" y="867668"/>
                      <a:pt x="3485275" y="864238"/>
                    </a:cubicBezTo>
                    <a:cubicBezTo>
                      <a:pt x="3456508" y="859476"/>
                      <a:pt x="3424883" y="860810"/>
                      <a:pt x="3399546" y="848618"/>
                    </a:cubicBezTo>
                    <a:cubicBezTo>
                      <a:pt x="3372495" y="835663"/>
                      <a:pt x="3346776" y="829757"/>
                      <a:pt x="3318771" y="833757"/>
                    </a:cubicBezTo>
                    <a:cubicBezTo>
                      <a:pt x="3309437" y="835091"/>
                      <a:pt x="3297434" y="843093"/>
                      <a:pt x="3293244" y="851284"/>
                    </a:cubicBezTo>
                    <a:cubicBezTo>
                      <a:pt x="3283908" y="869572"/>
                      <a:pt x="3271145" y="872812"/>
                      <a:pt x="3253809" y="866524"/>
                    </a:cubicBezTo>
                    <a:cubicBezTo>
                      <a:pt x="3238758" y="861190"/>
                      <a:pt x="3220280" y="858524"/>
                      <a:pt x="3209993" y="848235"/>
                    </a:cubicBezTo>
                    <a:cubicBezTo>
                      <a:pt x="3180844" y="819089"/>
                      <a:pt x="3143695" y="818136"/>
                      <a:pt x="3107500" y="810326"/>
                    </a:cubicBezTo>
                    <a:cubicBezTo>
                      <a:pt x="3085403" y="805562"/>
                      <a:pt x="3064827" y="805372"/>
                      <a:pt x="3042728" y="808610"/>
                    </a:cubicBezTo>
                    <a:cubicBezTo>
                      <a:pt x="2994722" y="815850"/>
                      <a:pt x="2948047" y="805562"/>
                      <a:pt x="2901943" y="792418"/>
                    </a:cubicBezTo>
                    <a:cubicBezTo>
                      <a:pt x="2871462" y="783655"/>
                      <a:pt x="2840219" y="778321"/>
                      <a:pt x="2809930" y="769367"/>
                    </a:cubicBezTo>
                    <a:cubicBezTo>
                      <a:pt x="2787259" y="762509"/>
                      <a:pt x="2764590" y="754316"/>
                      <a:pt x="2743826" y="743268"/>
                    </a:cubicBezTo>
                    <a:cubicBezTo>
                      <a:pt x="2713723" y="727073"/>
                      <a:pt x="2687436" y="702689"/>
                      <a:pt x="2649143" y="709167"/>
                    </a:cubicBezTo>
                    <a:cubicBezTo>
                      <a:pt x="2615421" y="714881"/>
                      <a:pt x="2584942" y="702881"/>
                      <a:pt x="2554079" y="691450"/>
                    </a:cubicBezTo>
                    <a:cubicBezTo>
                      <a:pt x="2531409" y="683068"/>
                      <a:pt x="2508742" y="674494"/>
                      <a:pt x="2485307" y="669160"/>
                    </a:cubicBezTo>
                    <a:cubicBezTo>
                      <a:pt x="2457492" y="662873"/>
                      <a:pt x="2426059" y="665541"/>
                      <a:pt x="2401292" y="653919"/>
                    </a:cubicBezTo>
                    <a:cubicBezTo>
                      <a:pt x="2375383" y="641727"/>
                      <a:pt x="2353859" y="649919"/>
                      <a:pt x="2330806" y="653349"/>
                    </a:cubicBezTo>
                    <a:cubicBezTo>
                      <a:pt x="2294039" y="658683"/>
                      <a:pt x="2257459" y="668590"/>
                      <a:pt x="2220312" y="656015"/>
                    </a:cubicBezTo>
                    <a:cubicBezTo>
                      <a:pt x="2175163" y="640775"/>
                      <a:pt x="2130393" y="624392"/>
                      <a:pt x="2085054" y="609914"/>
                    </a:cubicBezTo>
                    <a:cubicBezTo>
                      <a:pt x="2067525" y="604387"/>
                      <a:pt x="2048668" y="602101"/>
                      <a:pt x="2030378" y="599625"/>
                    </a:cubicBezTo>
                    <a:cubicBezTo>
                      <a:pt x="2013043" y="597529"/>
                      <a:pt x="1992279" y="602863"/>
                      <a:pt x="1978940" y="594863"/>
                    </a:cubicBezTo>
                    <a:cubicBezTo>
                      <a:pt x="1944649" y="574288"/>
                      <a:pt x="1909408" y="564192"/>
                      <a:pt x="1869780" y="564192"/>
                    </a:cubicBezTo>
                    <a:cubicBezTo>
                      <a:pt x="1854920" y="564192"/>
                      <a:pt x="1840441" y="555618"/>
                      <a:pt x="1825393" y="554094"/>
                    </a:cubicBezTo>
                    <a:cubicBezTo>
                      <a:pt x="1804816" y="552190"/>
                      <a:pt x="1781194" y="547045"/>
                      <a:pt x="1763287" y="554286"/>
                    </a:cubicBezTo>
                    <a:cubicBezTo>
                      <a:pt x="1721185" y="571430"/>
                      <a:pt x="1687086" y="557142"/>
                      <a:pt x="1650317" y="540187"/>
                    </a:cubicBezTo>
                    <a:cubicBezTo>
                      <a:pt x="1614120" y="523423"/>
                      <a:pt x="1576019" y="510088"/>
                      <a:pt x="1537537" y="499038"/>
                    </a:cubicBezTo>
                    <a:cubicBezTo>
                      <a:pt x="1523059" y="495038"/>
                      <a:pt x="1505724" y="501706"/>
                      <a:pt x="1489720" y="503038"/>
                    </a:cubicBezTo>
                    <a:cubicBezTo>
                      <a:pt x="1484004" y="503420"/>
                      <a:pt x="1477717" y="503992"/>
                      <a:pt x="1472575" y="502086"/>
                    </a:cubicBezTo>
                    <a:cubicBezTo>
                      <a:pt x="1422854" y="483797"/>
                      <a:pt x="1372368" y="469891"/>
                      <a:pt x="1318456" y="479415"/>
                    </a:cubicBezTo>
                    <a:cubicBezTo>
                      <a:pt x="1313504" y="480369"/>
                      <a:pt x="1307978" y="478273"/>
                      <a:pt x="1303024" y="476939"/>
                    </a:cubicBezTo>
                    <a:cubicBezTo>
                      <a:pt x="1278829" y="470081"/>
                      <a:pt x="1255206" y="459223"/>
                      <a:pt x="1230633" y="456746"/>
                    </a:cubicBezTo>
                    <a:cubicBezTo>
                      <a:pt x="1170051" y="450650"/>
                      <a:pt x="1109091" y="448172"/>
                      <a:pt x="1048125" y="444172"/>
                    </a:cubicBezTo>
                    <a:cubicBezTo>
                      <a:pt x="1044315" y="443982"/>
                      <a:pt x="1040315" y="443982"/>
                      <a:pt x="1036887" y="442648"/>
                    </a:cubicBezTo>
                    <a:cubicBezTo>
                      <a:pt x="1014406" y="434456"/>
                      <a:pt x="994785" y="437124"/>
                      <a:pt x="975733" y="452744"/>
                    </a:cubicBezTo>
                    <a:cubicBezTo>
                      <a:pt x="967350" y="459603"/>
                      <a:pt x="955920" y="463223"/>
                      <a:pt x="945444" y="467033"/>
                    </a:cubicBezTo>
                    <a:cubicBezTo>
                      <a:pt x="930011" y="472749"/>
                      <a:pt x="914200" y="478273"/>
                      <a:pt x="898198" y="481893"/>
                    </a:cubicBezTo>
                    <a:cubicBezTo>
                      <a:pt x="882384" y="485321"/>
                      <a:pt x="865430" y="490084"/>
                      <a:pt x="850189" y="487417"/>
                    </a:cubicBezTo>
                    <a:cubicBezTo>
                      <a:pt x="822756" y="482655"/>
                      <a:pt x="796655" y="471987"/>
                      <a:pt x="769605" y="464937"/>
                    </a:cubicBezTo>
                    <a:cubicBezTo>
                      <a:pt x="760270" y="462461"/>
                      <a:pt x="749982" y="462843"/>
                      <a:pt x="740268" y="462651"/>
                    </a:cubicBezTo>
                    <a:cubicBezTo>
                      <a:pt x="717977" y="462081"/>
                      <a:pt x="695116" y="467605"/>
                      <a:pt x="674923" y="451792"/>
                    </a:cubicBezTo>
                    <a:cubicBezTo>
                      <a:pt x="656255" y="436934"/>
                      <a:pt x="637392" y="441314"/>
                      <a:pt x="617772" y="452554"/>
                    </a:cubicBezTo>
                    <a:cubicBezTo>
                      <a:pt x="603673" y="460557"/>
                      <a:pt x="587672" y="466843"/>
                      <a:pt x="571860" y="469891"/>
                    </a:cubicBezTo>
                    <a:cubicBezTo>
                      <a:pt x="550141" y="474081"/>
                      <a:pt x="528615" y="475797"/>
                      <a:pt x="505182" y="473319"/>
                    </a:cubicBezTo>
                    <a:cubicBezTo>
                      <a:pt x="488607" y="471605"/>
                      <a:pt x="475081" y="470843"/>
                      <a:pt x="462126" y="460747"/>
                    </a:cubicBezTo>
                    <a:cubicBezTo>
                      <a:pt x="460032" y="459223"/>
                      <a:pt x="456222" y="458841"/>
                      <a:pt x="453364" y="459033"/>
                    </a:cubicBezTo>
                    <a:cubicBezTo>
                      <a:pt x="415835" y="462271"/>
                      <a:pt x="378686" y="460557"/>
                      <a:pt x="340774" y="458268"/>
                    </a:cubicBezTo>
                    <a:cubicBezTo>
                      <a:pt x="292579" y="455222"/>
                      <a:pt x="241901" y="464175"/>
                      <a:pt x="200182" y="496180"/>
                    </a:cubicBezTo>
                    <a:cubicBezTo>
                      <a:pt x="194085" y="500944"/>
                      <a:pt x="184941" y="503038"/>
                      <a:pt x="176939" y="504182"/>
                    </a:cubicBezTo>
                    <a:cubicBezTo>
                      <a:pt x="139219" y="509134"/>
                      <a:pt x="101308" y="512564"/>
                      <a:pt x="63587" y="518088"/>
                    </a:cubicBezTo>
                    <a:cubicBezTo>
                      <a:pt x="43012" y="521137"/>
                      <a:pt x="21486" y="523805"/>
                      <a:pt x="2817" y="532187"/>
                    </a:cubicBezTo>
                    <a:lnTo>
                      <a:pt x="0" y="533314"/>
                    </a:lnTo>
                    <a:close/>
                  </a:path>
                </a:pathLst>
              </a:custGeom>
              <a:blipFill dpi="0" rotWithShape="1">
                <a:blip r:embed="rId3">
                  <a:alphaModFix amt="57000"/>
                </a:blip>
                <a:srcRect/>
                <a:tile tx="0" ty="0" sx="100000" sy="100000" flip="none" algn="tl"/>
              </a:blip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44A13B0-D29B-0FE8-2B09-ECC698601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466933"/>
            <a:ext cx="2635250" cy="707886"/>
          </a:xfrm>
        </p:spPr>
        <p:txBody>
          <a:bodyPr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102E530A-25B5-468E-9CD8-E3DC75697DC7}" type="slidenum">
              <a:rPr kumimoji="0" lang="en-US" sz="4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4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0" name="Graphic 19" descr="Handshake">
            <a:extLst>
              <a:ext uri="{FF2B5EF4-FFF2-40B4-BE49-F238E27FC236}">
                <a16:creationId xmlns:a16="http://schemas.microsoft.com/office/drawing/2014/main" id="{9CD39D78-0363-5A2F-F65B-E78F9F07B7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09025" y="2129660"/>
            <a:ext cx="2663825" cy="2663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666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911</Words>
  <Application>Microsoft Office PowerPoint</Application>
  <PresentationFormat>Widescreen</PresentationFormat>
  <Paragraphs>112</Paragraphs>
  <Slides>13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Inter</vt:lpstr>
      <vt:lpstr>1_Office Theme</vt:lpstr>
      <vt:lpstr>Mitigating Social Engineering Through Compliance &amp; Code of Conduct Frameworks</vt:lpstr>
      <vt:lpstr>Outline</vt:lpstr>
      <vt:lpstr>Introduction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Umar Richifa Ibrahim</dc:creator>
  <cp:lastModifiedBy>Umar Richifa Ibrahim</cp:lastModifiedBy>
  <cp:revision>5</cp:revision>
  <dcterms:created xsi:type="dcterms:W3CDTF">2026-10-21T05:36:31Z</dcterms:created>
  <dcterms:modified xsi:type="dcterms:W3CDTF">2026-10-21T12:31:49Z</dcterms:modified>
</cp:coreProperties>
</file>